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Boundary and place-coordinate data: U.S. Census Bureau 2025 Cartographic Boundary and Gazetteer files.
Map composition: USA Map Studio project export.
Editability: states, boundary layers, text, standard pins, and legend elements are separate PowerPoint objects. Imported custom SVG pins remain separate movable vector objects.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p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4"/>
          </a:solidFill>
          <a:ln w="12700">
            <a:solidFill>
              <a:srgbClr val="F3F6F4">
                <a:alpha val="0"/>
              </a:srgbClr>
            </a:solidFill>
            <a:prstDash val="solid"/>
          </a:ln>
        </p:spPr>
      </p:sp>
      <p:sp>
        <p:nvSpPr>
          <p:cNvPr id="3" name="Map title"/>
          <p:cNvSpPr/>
          <p:nvPr/>
        </p:nvSpPr>
        <p:spPr>
          <a:xfrm>
            <a:off x="895350" y="257175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45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USA map example</a:t>
            </a:r>
            <a:endParaRPr lang="en-US" sz="2100" dirty="0"/>
          </a:p>
        </p:txBody>
      </p:sp>
      <p:sp>
        <p:nvSpPr>
          <p:cNvPr id="4" name="Map subtitle"/>
          <p:cNvSpPr/>
          <p:nvPr/>
        </p:nvSpPr>
        <p:spPr>
          <a:xfrm>
            <a:off x="895350" y="571500"/>
            <a:ext cx="10424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5" b="1" dirty="0">
                <a:solidFill>
                  <a:srgbClr val="5269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state, label, pin, and legend element can be selected independently</a:t>
            </a:r>
            <a:endParaRPr lang="en-US" sz="975" dirty="0"/>
          </a:p>
        </p:txBody>
      </p:sp>
      <p:sp>
        <p:nvSpPr>
          <p:cNvPr id="5" name="State - KY - Kentucky"/>
          <p:cNvSpPr/>
          <p:nvPr/>
        </p:nvSpPr>
        <p:spPr>
          <a:xfrm>
            <a:off x="7602464" y="3471567"/>
            <a:ext cx="1222467" cy="627288"/>
          </a:xfrm>
          <a:custGeom>
            <a:avLst/>
            <a:gdLst/>
            <a:ahLst/>
            <a:cxnLst/>
            <a:rect l="l" t="t" r="r" b="b"/>
            <a:pathLst>
              <a:path w="1222467" h="627288">
                <a:moveTo>
                  <a:pt x="65884" y="521008"/>
                </a:moveTo>
                <a:lnTo>
                  <a:pt x="57721" y="513398"/>
                </a:lnTo>
                <a:lnTo>
                  <a:pt x="57636" y="504730"/>
                </a:lnTo>
                <a:lnTo>
                  <a:pt x="72247" y="479831"/>
                </a:lnTo>
                <a:lnTo>
                  <a:pt x="86658" y="467477"/>
                </a:lnTo>
                <a:lnTo>
                  <a:pt x="116376" y="473707"/>
                </a:lnTo>
                <a:lnTo>
                  <a:pt x="160982" y="495281"/>
                </a:lnTo>
                <a:lnTo>
                  <a:pt x="175108" y="493366"/>
                </a:lnTo>
                <a:lnTo>
                  <a:pt x="179461" y="476421"/>
                </a:lnTo>
                <a:lnTo>
                  <a:pt x="162277" y="450018"/>
                </a:lnTo>
                <a:lnTo>
                  <a:pt x="167011" y="427939"/>
                </a:lnTo>
                <a:lnTo>
                  <a:pt x="176746" y="419233"/>
                </a:lnTo>
                <a:lnTo>
                  <a:pt x="184918" y="423396"/>
                </a:lnTo>
                <a:lnTo>
                  <a:pt x="197739" y="411604"/>
                </a:lnTo>
                <a:lnTo>
                  <a:pt x="232667" y="401974"/>
                </a:lnTo>
                <a:lnTo>
                  <a:pt x="214065" y="366103"/>
                </a:lnTo>
                <a:lnTo>
                  <a:pt x="233020" y="335518"/>
                </a:lnTo>
                <a:lnTo>
                  <a:pt x="245764" y="340243"/>
                </a:lnTo>
                <a:lnTo>
                  <a:pt x="252565" y="332089"/>
                </a:lnTo>
                <a:lnTo>
                  <a:pt x="245688" y="316687"/>
                </a:lnTo>
                <a:lnTo>
                  <a:pt x="251831" y="306838"/>
                </a:lnTo>
                <a:lnTo>
                  <a:pt x="263700" y="316592"/>
                </a:lnTo>
                <a:lnTo>
                  <a:pt x="288350" y="309077"/>
                </a:lnTo>
                <a:lnTo>
                  <a:pt x="288998" y="322878"/>
                </a:lnTo>
                <a:lnTo>
                  <a:pt x="294599" y="324583"/>
                </a:lnTo>
                <a:lnTo>
                  <a:pt x="303219" y="316411"/>
                </a:lnTo>
                <a:lnTo>
                  <a:pt x="295475" y="303219"/>
                </a:lnTo>
                <a:lnTo>
                  <a:pt x="299514" y="292894"/>
                </a:lnTo>
                <a:lnTo>
                  <a:pt x="314896" y="305772"/>
                </a:lnTo>
                <a:lnTo>
                  <a:pt x="331861" y="296675"/>
                </a:lnTo>
                <a:lnTo>
                  <a:pt x="372789" y="314487"/>
                </a:lnTo>
                <a:lnTo>
                  <a:pt x="382219" y="325784"/>
                </a:lnTo>
                <a:lnTo>
                  <a:pt x="388782" y="320183"/>
                </a:lnTo>
                <a:lnTo>
                  <a:pt x="392373" y="298609"/>
                </a:lnTo>
                <a:lnTo>
                  <a:pt x="425063" y="275863"/>
                </a:lnTo>
                <a:lnTo>
                  <a:pt x="441550" y="296466"/>
                </a:lnTo>
                <a:lnTo>
                  <a:pt x="454924" y="292132"/>
                </a:lnTo>
                <a:lnTo>
                  <a:pt x="453781" y="304695"/>
                </a:lnTo>
                <a:lnTo>
                  <a:pt x="457714" y="305781"/>
                </a:lnTo>
                <a:lnTo>
                  <a:pt x="464134" y="288569"/>
                </a:lnTo>
                <a:lnTo>
                  <a:pt x="477212" y="285245"/>
                </a:lnTo>
                <a:lnTo>
                  <a:pt x="472497" y="262966"/>
                </a:lnTo>
                <a:lnTo>
                  <a:pt x="486470" y="253032"/>
                </a:lnTo>
                <a:lnTo>
                  <a:pt x="480260" y="245069"/>
                </a:lnTo>
                <a:lnTo>
                  <a:pt x="490499" y="246974"/>
                </a:lnTo>
                <a:lnTo>
                  <a:pt x="502406" y="238649"/>
                </a:lnTo>
                <a:lnTo>
                  <a:pt x="493004" y="232762"/>
                </a:lnTo>
                <a:lnTo>
                  <a:pt x="495176" y="226743"/>
                </a:lnTo>
                <a:lnTo>
                  <a:pt x="510769" y="238030"/>
                </a:lnTo>
                <a:lnTo>
                  <a:pt x="514302" y="255680"/>
                </a:lnTo>
                <a:lnTo>
                  <a:pt x="528495" y="262976"/>
                </a:lnTo>
                <a:lnTo>
                  <a:pt x="542001" y="262071"/>
                </a:lnTo>
                <a:lnTo>
                  <a:pt x="552402" y="271463"/>
                </a:lnTo>
                <a:lnTo>
                  <a:pt x="553069" y="264347"/>
                </a:lnTo>
                <a:lnTo>
                  <a:pt x="569214" y="256127"/>
                </a:lnTo>
                <a:lnTo>
                  <a:pt x="568833" y="227028"/>
                </a:lnTo>
                <a:lnTo>
                  <a:pt x="579044" y="201482"/>
                </a:lnTo>
                <a:lnTo>
                  <a:pt x="592865" y="202025"/>
                </a:lnTo>
                <a:lnTo>
                  <a:pt x="602094" y="195034"/>
                </a:lnTo>
                <a:lnTo>
                  <a:pt x="611010" y="163620"/>
                </a:lnTo>
                <a:lnTo>
                  <a:pt x="627812" y="155639"/>
                </a:lnTo>
                <a:lnTo>
                  <a:pt x="638499" y="141046"/>
                </a:lnTo>
                <a:lnTo>
                  <a:pt x="629393" y="108718"/>
                </a:lnTo>
                <a:lnTo>
                  <a:pt x="632117" y="99879"/>
                </a:lnTo>
                <a:lnTo>
                  <a:pt x="657206" y="94574"/>
                </a:lnTo>
                <a:lnTo>
                  <a:pt x="674932" y="103794"/>
                </a:lnTo>
                <a:lnTo>
                  <a:pt x="701926" y="81563"/>
                </a:lnTo>
                <a:lnTo>
                  <a:pt x="730044" y="76629"/>
                </a:lnTo>
                <a:lnTo>
                  <a:pt x="726215" y="67647"/>
                </a:lnTo>
                <a:lnTo>
                  <a:pt x="732120" y="56398"/>
                </a:lnTo>
                <a:lnTo>
                  <a:pt x="716775" y="52159"/>
                </a:lnTo>
                <a:lnTo>
                  <a:pt x="722586" y="37662"/>
                </a:lnTo>
                <a:lnTo>
                  <a:pt x="709898" y="21546"/>
                </a:lnTo>
                <a:lnTo>
                  <a:pt x="730987" y="0"/>
                </a:lnTo>
                <a:lnTo>
                  <a:pt x="753599" y="12944"/>
                </a:lnTo>
                <a:lnTo>
                  <a:pt x="779555" y="419"/>
                </a:lnTo>
                <a:lnTo>
                  <a:pt x="785031" y="13459"/>
                </a:lnTo>
                <a:lnTo>
                  <a:pt x="805482" y="20812"/>
                </a:lnTo>
                <a:lnTo>
                  <a:pt x="825313" y="60903"/>
                </a:lnTo>
                <a:lnTo>
                  <a:pt x="880662" y="63084"/>
                </a:lnTo>
                <a:lnTo>
                  <a:pt x="900122" y="83306"/>
                </a:lnTo>
                <a:lnTo>
                  <a:pt x="915162" y="86697"/>
                </a:lnTo>
                <a:lnTo>
                  <a:pt x="922210" y="75305"/>
                </a:lnTo>
                <a:lnTo>
                  <a:pt x="938479" y="68151"/>
                </a:lnTo>
                <a:lnTo>
                  <a:pt x="966102" y="74876"/>
                </a:lnTo>
                <a:lnTo>
                  <a:pt x="977656" y="85515"/>
                </a:lnTo>
                <a:lnTo>
                  <a:pt x="984542" y="77934"/>
                </a:lnTo>
                <a:lnTo>
                  <a:pt x="1001030" y="76305"/>
                </a:lnTo>
                <a:lnTo>
                  <a:pt x="1016460" y="52530"/>
                </a:lnTo>
                <a:lnTo>
                  <a:pt x="1039425" y="44186"/>
                </a:lnTo>
                <a:lnTo>
                  <a:pt x="1049693" y="76876"/>
                </a:lnTo>
                <a:lnTo>
                  <a:pt x="1074096" y="83334"/>
                </a:lnTo>
                <a:lnTo>
                  <a:pt x="1091917" y="98765"/>
                </a:lnTo>
                <a:lnTo>
                  <a:pt x="1102433" y="138913"/>
                </a:lnTo>
                <a:lnTo>
                  <a:pt x="1097223" y="145552"/>
                </a:lnTo>
                <a:lnTo>
                  <a:pt x="1099280" y="158972"/>
                </a:lnTo>
                <a:lnTo>
                  <a:pt x="1094089" y="161001"/>
                </a:lnTo>
                <a:lnTo>
                  <a:pt x="1119435" y="192300"/>
                </a:lnTo>
                <a:lnTo>
                  <a:pt x="1128512" y="194786"/>
                </a:lnTo>
                <a:lnTo>
                  <a:pt x="1123950" y="206111"/>
                </a:lnTo>
                <a:lnTo>
                  <a:pt x="1154516" y="233096"/>
                </a:lnTo>
                <a:lnTo>
                  <a:pt x="1165308" y="255994"/>
                </a:lnTo>
                <a:lnTo>
                  <a:pt x="1174471" y="256565"/>
                </a:lnTo>
                <a:lnTo>
                  <a:pt x="1206760" y="278463"/>
                </a:lnTo>
                <a:lnTo>
                  <a:pt x="1222467" y="274682"/>
                </a:lnTo>
                <a:lnTo>
                  <a:pt x="1168308" y="341300"/>
                </a:lnTo>
                <a:lnTo>
                  <a:pt x="1112291" y="380495"/>
                </a:lnTo>
                <a:lnTo>
                  <a:pt x="1114425" y="396145"/>
                </a:lnTo>
                <a:lnTo>
                  <a:pt x="1092727" y="413528"/>
                </a:lnTo>
                <a:lnTo>
                  <a:pt x="1093470" y="432102"/>
                </a:lnTo>
                <a:lnTo>
                  <a:pt x="1073325" y="443865"/>
                </a:lnTo>
                <a:lnTo>
                  <a:pt x="1062752" y="443770"/>
                </a:lnTo>
                <a:lnTo>
                  <a:pt x="1055475" y="468430"/>
                </a:lnTo>
                <a:lnTo>
                  <a:pt x="1010498" y="490547"/>
                </a:lnTo>
                <a:lnTo>
                  <a:pt x="993153" y="493100"/>
                </a:lnTo>
                <a:lnTo>
                  <a:pt x="968988" y="514007"/>
                </a:lnTo>
                <a:lnTo>
                  <a:pt x="641261" y="545678"/>
                </a:lnTo>
                <a:lnTo>
                  <a:pt x="503834" y="552802"/>
                </a:lnTo>
                <a:lnTo>
                  <a:pt x="494948" y="557698"/>
                </a:lnTo>
                <a:lnTo>
                  <a:pt x="490299" y="554145"/>
                </a:lnTo>
                <a:lnTo>
                  <a:pt x="282416" y="577463"/>
                </a:lnTo>
                <a:lnTo>
                  <a:pt x="282464" y="571033"/>
                </a:lnTo>
                <a:lnTo>
                  <a:pt x="245774" y="571100"/>
                </a:lnTo>
                <a:lnTo>
                  <a:pt x="254460" y="599380"/>
                </a:lnTo>
                <a:lnTo>
                  <a:pt x="251803" y="608790"/>
                </a:lnTo>
                <a:lnTo>
                  <a:pt x="26156" y="625669"/>
                </a:lnTo>
                <a:lnTo>
                  <a:pt x="32871" y="598637"/>
                </a:lnTo>
                <a:lnTo>
                  <a:pt x="39186" y="596684"/>
                </a:lnTo>
                <a:lnTo>
                  <a:pt x="55054" y="609343"/>
                </a:lnTo>
                <a:lnTo>
                  <a:pt x="66351" y="587550"/>
                </a:lnTo>
                <a:lnTo>
                  <a:pt x="58531" y="575586"/>
                </a:lnTo>
                <a:lnTo>
                  <a:pt x="71838" y="565814"/>
                </a:lnTo>
                <a:lnTo>
                  <a:pt x="60817" y="557041"/>
                </a:lnTo>
                <a:lnTo>
                  <a:pt x="71599" y="529647"/>
                </a:lnTo>
                <a:lnTo>
                  <a:pt x="66532" y="520703"/>
                </a:lnTo>
                <a:close/>
                <a:moveTo>
                  <a:pt x="14907" y="626774"/>
                </a:moveTo>
                <a:lnTo>
                  <a:pt x="5991" y="627288"/>
                </a:lnTo>
                <a:lnTo>
                  <a:pt x="0" y="617277"/>
                </a:lnTo>
                <a:lnTo>
                  <a:pt x="2648" y="610810"/>
                </a:lnTo>
                <a:lnTo>
                  <a:pt x="14935" y="611857"/>
                </a:lnTo>
                <a:lnTo>
                  <a:pt x="15326" y="625764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6" name="State - MS - Mississippi"/>
          <p:cNvSpPr/>
          <p:nvPr/>
        </p:nvSpPr>
        <p:spPr>
          <a:xfrm>
            <a:off x="7308494" y="4396940"/>
            <a:ext cx="592969" cy="1023652"/>
          </a:xfrm>
          <a:custGeom>
            <a:avLst/>
            <a:gdLst/>
            <a:ahLst/>
            <a:cxnLst/>
            <a:rect l="l" t="t" r="r" b="b"/>
            <a:pathLst>
              <a:path w="592969" h="1023652">
                <a:moveTo>
                  <a:pt x="573776" y="1002078"/>
                </a:moveTo>
                <a:lnTo>
                  <a:pt x="592969" y="1002821"/>
                </a:lnTo>
                <a:lnTo>
                  <a:pt x="584435" y="1007021"/>
                </a:lnTo>
                <a:lnTo>
                  <a:pt x="574062" y="1003297"/>
                </a:lnTo>
                <a:close/>
                <a:moveTo>
                  <a:pt x="526494" y="999782"/>
                </a:moveTo>
                <a:lnTo>
                  <a:pt x="536524" y="996620"/>
                </a:lnTo>
                <a:lnTo>
                  <a:pt x="559994" y="1002716"/>
                </a:lnTo>
                <a:lnTo>
                  <a:pt x="527285" y="1001544"/>
                </a:lnTo>
                <a:close/>
                <a:moveTo>
                  <a:pt x="488137" y="1008774"/>
                </a:moveTo>
                <a:lnTo>
                  <a:pt x="508559" y="1001239"/>
                </a:lnTo>
                <a:lnTo>
                  <a:pt x="487404" y="1010545"/>
                </a:lnTo>
                <a:close/>
                <a:moveTo>
                  <a:pt x="457114" y="1006316"/>
                </a:moveTo>
                <a:lnTo>
                  <a:pt x="475488" y="1002830"/>
                </a:lnTo>
                <a:lnTo>
                  <a:pt x="472859" y="1010755"/>
                </a:lnTo>
                <a:lnTo>
                  <a:pt x="455352" y="1008583"/>
                </a:lnTo>
                <a:close/>
                <a:moveTo>
                  <a:pt x="67875" y="450742"/>
                </a:moveTo>
                <a:lnTo>
                  <a:pt x="75257" y="439798"/>
                </a:lnTo>
                <a:lnTo>
                  <a:pt x="60388" y="426349"/>
                </a:lnTo>
                <a:lnTo>
                  <a:pt x="80543" y="421376"/>
                </a:lnTo>
                <a:lnTo>
                  <a:pt x="77162" y="405060"/>
                </a:lnTo>
                <a:lnTo>
                  <a:pt x="86173" y="393640"/>
                </a:lnTo>
                <a:lnTo>
                  <a:pt x="80381" y="391287"/>
                </a:lnTo>
                <a:lnTo>
                  <a:pt x="75571" y="400345"/>
                </a:lnTo>
                <a:lnTo>
                  <a:pt x="68418" y="378095"/>
                </a:lnTo>
                <a:lnTo>
                  <a:pt x="81601" y="356626"/>
                </a:lnTo>
                <a:lnTo>
                  <a:pt x="76571" y="356626"/>
                </a:lnTo>
                <a:lnTo>
                  <a:pt x="69971" y="370780"/>
                </a:lnTo>
                <a:lnTo>
                  <a:pt x="56769" y="368256"/>
                </a:lnTo>
                <a:lnTo>
                  <a:pt x="71542" y="356006"/>
                </a:lnTo>
                <a:lnTo>
                  <a:pt x="63970" y="347682"/>
                </a:lnTo>
                <a:lnTo>
                  <a:pt x="60379" y="359550"/>
                </a:lnTo>
                <a:lnTo>
                  <a:pt x="52273" y="360617"/>
                </a:lnTo>
                <a:lnTo>
                  <a:pt x="59055" y="347177"/>
                </a:lnTo>
                <a:lnTo>
                  <a:pt x="50559" y="333975"/>
                </a:lnTo>
                <a:lnTo>
                  <a:pt x="61846" y="332318"/>
                </a:lnTo>
                <a:lnTo>
                  <a:pt x="67856" y="323717"/>
                </a:lnTo>
                <a:lnTo>
                  <a:pt x="49759" y="308439"/>
                </a:lnTo>
                <a:lnTo>
                  <a:pt x="61379" y="303590"/>
                </a:lnTo>
                <a:lnTo>
                  <a:pt x="74419" y="313258"/>
                </a:lnTo>
                <a:lnTo>
                  <a:pt x="83344" y="309534"/>
                </a:lnTo>
                <a:lnTo>
                  <a:pt x="78676" y="301028"/>
                </a:lnTo>
                <a:lnTo>
                  <a:pt x="68847" y="303486"/>
                </a:lnTo>
                <a:lnTo>
                  <a:pt x="63103" y="298133"/>
                </a:lnTo>
                <a:lnTo>
                  <a:pt x="65856" y="287150"/>
                </a:lnTo>
                <a:lnTo>
                  <a:pt x="84382" y="290274"/>
                </a:lnTo>
                <a:lnTo>
                  <a:pt x="90021" y="285941"/>
                </a:lnTo>
                <a:lnTo>
                  <a:pt x="75105" y="272844"/>
                </a:lnTo>
                <a:lnTo>
                  <a:pt x="84687" y="255708"/>
                </a:lnTo>
                <a:lnTo>
                  <a:pt x="71428" y="250365"/>
                </a:lnTo>
                <a:lnTo>
                  <a:pt x="70990" y="239859"/>
                </a:lnTo>
                <a:lnTo>
                  <a:pt x="91640" y="248002"/>
                </a:lnTo>
                <a:lnTo>
                  <a:pt x="87525" y="236582"/>
                </a:lnTo>
                <a:lnTo>
                  <a:pt x="103775" y="234039"/>
                </a:lnTo>
                <a:lnTo>
                  <a:pt x="106842" y="222475"/>
                </a:lnTo>
                <a:lnTo>
                  <a:pt x="91516" y="211636"/>
                </a:lnTo>
                <a:lnTo>
                  <a:pt x="99241" y="205159"/>
                </a:lnTo>
                <a:lnTo>
                  <a:pt x="109214" y="210512"/>
                </a:lnTo>
                <a:lnTo>
                  <a:pt x="116776" y="204988"/>
                </a:lnTo>
                <a:lnTo>
                  <a:pt x="98612" y="199225"/>
                </a:lnTo>
                <a:lnTo>
                  <a:pt x="93936" y="190481"/>
                </a:lnTo>
                <a:lnTo>
                  <a:pt x="109709" y="195748"/>
                </a:lnTo>
                <a:lnTo>
                  <a:pt x="111042" y="181699"/>
                </a:lnTo>
                <a:lnTo>
                  <a:pt x="127168" y="177613"/>
                </a:lnTo>
                <a:lnTo>
                  <a:pt x="122587" y="161630"/>
                </a:lnTo>
                <a:lnTo>
                  <a:pt x="135693" y="160849"/>
                </a:lnTo>
                <a:lnTo>
                  <a:pt x="134436" y="170212"/>
                </a:lnTo>
                <a:lnTo>
                  <a:pt x="139932" y="171412"/>
                </a:lnTo>
                <a:lnTo>
                  <a:pt x="139760" y="158648"/>
                </a:lnTo>
                <a:lnTo>
                  <a:pt x="151905" y="150371"/>
                </a:lnTo>
                <a:lnTo>
                  <a:pt x="149476" y="134579"/>
                </a:lnTo>
                <a:lnTo>
                  <a:pt x="157810" y="120225"/>
                </a:lnTo>
                <a:lnTo>
                  <a:pt x="148171" y="106661"/>
                </a:lnTo>
                <a:lnTo>
                  <a:pt x="150990" y="91488"/>
                </a:lnTo>
                <a:lnTo>
                  <a:pt x="158201" y="104756"/>
                </a:lnTo>
                <a:lnTo>
                  <a:pt x="169231" y="91688"/>
                </a:lnTo>
                <a:lnTo>
                  <a:pt x="150381" y="86887"/>
                </a:lnTo>
                <a:lnTo>
                  <a:pt x="154686" y="69504"/>
                </a:lnTo>
                <a:lnTo>
                  <a:pt x="163106" y="73933"/>
                </a:lnTo>
                <a:lnTo>
                  <a:pt x="158286" y="82858"/>
                </a:lnTo>
                <a:lnTo>
                  <a:pt x="171069" y="79886"/>
                </a:lnTo>
                <a:lnTo>
                  <a:pt x="164192" y="50368"/>
                </a:lnTo>
                <a:lnTo>
                  <a:pt x="171117" y="50063"/>
                </a:lnTo>
                <a:lnTo>
                  <a:pt x="171917" y="62255"/>
                </a:lnTo>
                <a:lnTo>
                  <a:pt x="193662" y="56512"/>
                </a:lnTo>
                <a:lnTo>
                  <a:pt x="191519" y="51521"/>
                </a:lnTo>
                <a:lnTo>
                  <a:pt x="203797" y="41396"/>
                </a:lnTo>
                <a:lnTo>
                  <a:pt x="191386" y="25298"/>
                </a:lnTo>
                <a:lnTo>
                  <a:pt x="547373" y="0"/>
                </a:lnTo>
                <a:lnTo>
                  <a:pt x="566404" y="20231"/>
                </a:lnTo>
                <a:lnTo>
                  <a:pt x="552764" y="652234"/>
                </a:lnTo>
                <a:lnTo>
                  <a:pt x="592484" y="972893"/>
                </a:lnTo>
                <a:lnTo>
                  <a:pt x="585254" y="972360"/>
                </a:lnTo>
                <a:lnTo>
                  <a:pt x="577586" y="980570"/>
                </a:lnTo>
                <a:lnTo>
                  <a:pt x="567138" y="976170"/>
                </a:lnTo>
                <a:lnTo>
                  <a:pt x="559156" y="979361"/>
                </a:lnTo>
                <a:lnTo>
                  <a:pt x="555508" y="974303"/>
                </a:lnTo>
                <a:lnTo>
                  <a:pt x="532667" y="978979"/>
                </a:lnTo>
                <a:lnTo>
                  <a:pt x="517198" y="971312"/>
                </a:lnTo>
                <a:lnTo>
                  <a:pt x="516303" y="976474"/>
                </a:lnTo>
                <a:lnTo>
                  <a:pt x="497310" y="970950"/>
                </a:lnTo>
                <a:lnTo>
                  <a:pt x="433588" y="994562"/>
                </a:lnTo>
                <a:lnTo>
                  <a:pt x="433959" y="984761"/>
                </a:lnTo>
                <a:lnTo>
                  <a:pt x="423567" y="980427"/>
                </a:lnTo>
                <a:lnTo>
                  <a:pt x="418481" y="985361"/>
                </a:lnTo>
                <a:lnTo>
                  <a:pt x="426825" y="992572"/>
                </a:lnTo>
                <a:lnTo>
                  <a:pt x="410366" y="1006392"/>
                </a:lnTo>
                <a:lnTo>
                  <a:pt x="406241" y="1021099"/>
                </a:lnTo>
                <a:lnTo>
                  <a:pt x="384381" y="1023652"/>
                </a:lnTo>
                <a:lnTo>
                  <a:pt x="372247" y="1008450"/>
                </a:lnTo>
                <a:lnTo>
                  <a:pt x="371465" y="991276"/>
                </a:lnTo>
                <a:lnTo>
                  <a:pt x="360883" y="978056"/>
                </a:lnTo>
                <a:lnTo>
                  <a:pt x="360293" y="968483"/>
                </a:lnTo>
                <a:lnTo>
                  <a:pt x="338995" y="950062"/>
                </a:lnTo>
                <a:lnTo>
                  <a:pt x="327250" y="926478"/>
                </a:lnTo>
                <a:lnTo>
                  <a:pt x="344434" y="853973"/>
                </a:lnTo>
                <a:lnTo>
                  <a:pt x="5496" y="873900"/>
                </a:lnTo>
                <a:lnTo>
                  <a:pt x="18659" y="861841"/>
                </a:lnTo>
                <a:lnTo>
                  <a:pt x="6306" y="849287"/>
                </a:lnTo>
                <a:lnTo>
                  <a:pt x="12192" y="833933"/>
                </a:lnTo>
                <a:lnTo>
                  <a:pt x="0" y="820522"/>
                </a:lnTo>
                <a:lnTo>
                  <a:pt x="24317" y="814683"/>
                </a:lnTo>
                <a:lnTo>
                  <a:pt x="25184" y="806920"/>
                </a:lnTo>
                <a:lnTo>
                  <a:pt x="12287" y="787565"/>
                </a:lnTo>
                <a:lnTo>
                  <a:pt x="18202" y="782841"/>
                </a:lnTo>
                <a:lnTo>
                  <a:pt x="22260" y="794490"/>
                </a:lnTo>
                <a:lnTo>
                  <a:pt x="29966" y="796261"/>
                </a:lnTo>
                <a:lnTo>
                  <a:pt x="20688" y="763810"/>
                </a:lnTo>
                <a:lnTo>
                  <a:pt x="40834" y="751456"/>
                </a:lnTo>
                <a:lnTo>
                  <a:pt x="37567" y="747303"/>
                </a:lnTo>
                <a:lnTo>
                  <a:pt x="26032" y="749865"/>
                </a:lnTo>
                <a:lnTo>
                  <a:pt x="20869" y="741121"/>
                </a:lnTo>
                <a:lnTo>
                  <a:pt x="41167" y="742245"/>
                </a:lnTo>
                <a:lnTo>
                  <a:pt x="43567" y="718652"/>
                </a:lnTo>
                <a:lnTo>
                  <a:pt x="64646" y="711575"/>
                </a:lnTo>
                <a:lnTo>
                  <a:pt x="46044" y="710594"/>
                </a:lnTo>
                <a:lnTo>
                  <a:pt x="49073" y="694420"/>
                </a:lnTo>
                <a:lnTo>
                  <a:pt x="57664" y="691210"/>
                </a:lnTo>
                <a:lnTo>
                  <a:pt x="60112" y="700592"/>
                </a:lnTo>
                <a:lnTo>
                  <a:pt x="64808" y="700802"/>
                </a:lnTo>
                <a:lnTo>
                  <a:pt x="62160" y="690458"/>
                </a:lnTo>
                <a:lnTo>
                  <a:pt x="76895" y="678132"/>
                </a:lnTo>
                <a:lnTo>
                  <a:pt x="75657" y="668217"/>
                </a:lnTo>
                <a:lnTo>
                  <a:pt x="94231" y="656520"/>
                </a:lnTo>
                <a:lnTo>
                  <a:pt x="78638" y="646643"/>
                </a:lnTo>
                <a:lnTo>
                  <a:pt x="82401" y="643519"/>
                </a:lnTo>
                <a:lnTo>
                  <a:pt x="93135" y="649967"/>
                </a:lnTo>
                <a:lnTo>
                  <a:pt x="104927" y="626583"/>
                </a:lnTo>
                <a:lnTo>
                  <a:pt x="95688" y="622792"/>
                </a:lnTo>
                <a:lnTo>
                  <a:pt x="97050" y="633860"/>
                </a:lnTo>
                <a:lnTo>
                  <a:pt x="77734" y="633079"/>
                </a:lnTo>
                <a:lnTo>
                  <a:pt x="76819" y="619668"/>
                </a:lnTo>
                <a:lnTo>
                  <a:pt x="98241" y="609029"/>
                </a:lnTo>
                <a:lnTo>
                  <a:pt x="107051" y="617563"/>
                </a:lnTo>
                <a:lnTo>
                  <a:pt x="108090" y="597741"/>
                </a:lnTo>
                <a:lnTo>
                  <a:pt x="116091" y="598027"/>
                </a:lnTo>
                <a:lnTo>
                  <a:pt x="125454" y="583387"/>
                </a:lnTo>
                <a:lnTo>
                  <a:pt x="104956" y="585254"/>
                </a:lnTo>
                <a:lnTo>
                  <a:pt x="108204" y="567157"/>
                </a:lnTo>
                <a:lnTo>
                  <a:pt x="93669" y="568147"/>
                </a:lnTo>
                <a:lnTo>
                  <a:pt x="82172" y="559365"/>
                </a:lnTo>
                <a:lnTo>
                  <a:pt x="84668" y="546316"/>
                </a:lnTo>
                <a:lnTo>
                  <a:pt x="95688" y="557136"/>
                </a:lnTo>
                <a:lnTo>
                  <a:pt x="104508" y="555574"/>
                </a:lnTo>
                <a:lnTo>
                  <a:pt x="88240" y="543173"/>
                </a:lnTo>
                <a:lnTo>
                  <a:pt x="99327" y="533552"/>
                </a:lnTo>
                <a:lnTo>
                  <a:pt x="98193" y="525523"/>
                </a:lnTo>
                <a:lnTo>
                  <a:pt x="80410" y="538134"/>
                </a:lnTo>
                <a:lnTo>
                  <a:pt x="74590" y="531895"/>
                </a:lnTo>
                <a:lnTo>
                  <a:pt x="90307" y="508778"/>
                </a:lnTo>
                <a:lnTo>
                  <a:pt x="70704" y="503692"/>
                </a:lnTo>
                <a:lnTo>
                  <a:pt x="73266" y="484346"/>
                </a:lnTo>
                <a:lnTo>
                  <a:pt x="86697" y="470325"/>
                </a:lnTo>
                <a:lnTo>
                  <a:pt x="78362" y="453428"/>
                </a:lnTo>
                <a:lnTo>
                  <a:pt x="73447" y="455628"/>
                </a:lnTo>
                <a:lnTo>
                  <a:pt x="72581" y="471240"/>
                </a:lnTo>
                <a:lnTo>
                  <a:pt x="61503" y="469735"/>
                </a:lnTo>
                <a:lnTo>
                  <a:pt x="67885" y="451171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7" name="State - NE - Nebraska"/>
          <p:cNvSpPr/>
          <p:nvPr/>
        </p:nvSpPr>
        <p:spPr>
          <a:xfrm>
            <a:off x="5283403" y="2717178"/>
            <a:ext cx="1363532" cy="681104"/>
          </a:xfrm>
          <a:custGeom>
            <a:avLst/>
            <a:gdLst/>
            <a:ahLst/>
            <a:cxnLst/>
            <a:rect l="l" t="t" r="r" b="b"/>
            <a:pathLst>
              <a:path w="1363532" h="681104">
                <a:moveTo>
                  <a:pt x="35509" y="0"/>
                </a:moveTo>
                <a:lnTo>
                  <a:pt x="402307" y="27356"/>
                </a:lnTo>
                <a:lnTo>
                  <a:pt x="875633" y="47111"/>
                </a:lnTo>
                <a:lnTo>
                  <a:pt x="883501" y="61836"/>
                </a:lnTo>
                <a:lnTo>
                  <a:pt x="928145" y="81658"/>
                </a:lnTo>
                <a:lnTo>
                  <a:pt x="944794" y="97869"/>
                </a:lnTo>
                <a:lnTo>
                  <a:pt x="959787" y="95764"/>
                </a:lnTo>
                <a:lnTo>
                  <a:pt x="974055" y="76772"/>
                </a:lnTo>
                <a:lnTo>
                  <a:pt x="998058" y="82515"/>
                </a:lnTo>
                <a:lnTo>
                  <a:pt x="1055808" y="78153"/>
                </a:lnTo>
                <a:lnTo>
                  <a:pt x="1069076" y="82887"/>
                </a:lnTo>
                <a:lnTo>
                  <a:pt x="1070305" y="90564"/>
                </a:lnTo>
                <a:lnTo>
                  <a:pt x="1082183" y="98546"/>
                </a:lnTo>
                <a:lnTo>
                  <a:pt x="1105291" y="101279"/>
                </a:lnTo>
                <a:lnTo>
                  <a:pt x="1107872" y="109738"/>
                </a:lnTo>
                <a:lnTo>
                  <a:pt x="1116235" y="106899"/>
                </a:lnTo>
                <a:lnTo>
                  <a:pt x="1131475" y="113252"/>
                </a:lnTo>
                <a:lnTo>
                  <a:pt x="1132551" y="120787"/>
                </a:lnTo>
                <a:lnTo>
                  <a:pt x="1149439" y="124082"/>
                </a:lnTo>
                <a:lnTo>
                  <a:pt x="1146067" y="134407"/>
                </a:lnTo>
                <a:lnTo>
                  <a:pt x="1158640" y="153400"/>
                </a:lnTo>
                <a:lnTo>
                  <a:pt x="1170422" y="152019"/>
                </a:lnTo>
                <a:lnTo>
                  <a:pt x="1177623" y="159982"/>
                </a:lnTo>
                <a:lnTo>
                  <a:pt x="1195216" y="161792"/>
                </a:lnTo>
                <a:lnTo>
                  <a:pt x="1190254" y="187576"/>
                </a:lnTo>
                <a:lnTo>
                  <a:pt x="1203779" y="207912"/>
                </a:lnTo>
                <a:lnTo>
                  <a:pt x="1200826" y="226343"/>
                </a:lnTo>
                <a:lnTo>
                  <a:pt x="1212885" y="237544"/>
                </a:lnTo>
                <a:lnTo>
                  <a:pt x="1212228" y="251450"/>
                </a:lnTo>
                <a:lnTo>
                  <a:pt x="1220057" y="255184"/>
                </a:lnTo>
                <a:lnTo>
                  <a:pt x="1217152" y="261518"/>
                </a:lnTo>
                <a:lnTo>
                  <a:pt x="1224248" y="259585"/>
                </a:lnTo>
                <a:lnTo>
                  <a:pt x="1225506" y="266138"/>
                </a:lnTo>
                <a:lnTo>
                  <a:pt x="1234240" y="267357"/>
                </a:lnTo>
                <a:lnTo>
                  <a:pt x="1229249" y="282007"/>
                </a:lnTo>
                <a:lnTo>
                  <a:pt x="1244146" y="304181"/>
                </a:lnTo>
                <a:lnTo>
                  <a:pt x="1237726" y="316421"/>
                </a:lnTo>
                <a:lnTo>
                  <a:pt x="1242870" y="323326"/>
                </a:lnTo>
                <a:lnTo>
                  <a:pt x="1235402" y="326784"/>
                </a:lnTo>
                <a:lnTo>
                  <a:pt x="1239593" y="358111"/>
                </a:lnTo>
                <a:lnTo>
                  <a:pt x="1247851" y="364874"/>
                </a:lnTo>
                <a:lnTo>
                  <a:pt x="1253966" y="357730"/>
                </a:lnTo>
                <a:lnTo>
                  <a:pt x="1252328" y="371361"/>
                </a:lnTo>
                <a:lnTo>
                  <a:pt x="1266501" y="376523"/>
                </a:lnTo>
                <a:lnTo>
                  <a:pt x="1260872" y="398802"/>
                </a:lnTo>
                <a:lnTo>
                  <a:pt x="1273607" y="406851"/>
                </a:lnTo>
                <a:lnTo>
                  <a:pt x="1271207" y="412899"/>
                </a:lnTo>
                <a:lnTo>
                  <a:pt x="1265406" y="408689"/>
                </a:lnTo>
                <a:lnTo>
                  <a:pt x="1265425" y="428892"/>
                </a:lnTo>
                <a:lnTo>
                  <a:pt x="1278836" y="434588"/>
                </a:lnTo>
                <a:lnTo>
                  <a:pt x="1272273" y="438817"/>
                </a:lnTo>
                <a:lnTo>
                  <a:pt x="1272464" y="458657"/>
                </a:lnTo>
                <a:lnTo>
                  <a:pt x="1283903" y="494186"/>
                </a:lnTo>
                <a:lnTo>
                  <a:pt x="1277931" y="499843"/>
                </a:lnTo>
                <a:lnTo>
                  <a:pt x="1280084" y="516922"/>
                </a:lnTo>
                <a:lnTo>
                  <a:pt x="1272102" y="529942"/>
                </a:lnTo>
                <a:lnTo>
                  <a:pt x="1293400" y="553907"/>
                </a:lnTo>
                <a:lnTo>
                  <a:pt x="1291371" y="570405"/>
                </a:lnTo>
                <a:lnTo>
                  <a:pt x="1299896" y="571814"/>
                </a:lnTo>
                <a:lnTo>
                  <a:pt x="1304554" y="563185"/>
                </a:lnTo>
                <a:lnTo>
                  <a:pt x="1308154" y="566518"/>
                </a:lnTo>
                <a:lnTo>
                  <a:pt x="1301258" y="575224"/>
                </a:lnTo>
                <a:lnTo>
                  <a:pt x="1313364" y="608543"/>
                </a:lnTo>
                <a:lnTo>
                  <a:pt x="1308106" y="616067"/>
                </a:lnTo>
                <a:lnTo>
                  <a:pt x="1323099" y="618839"/>
                </a:lnTo>
                <a:lnTo>
                  <a:pt x="1324661" y="626288"/>
                </a:lnTo>
                <a:lnTo>
                  <a:pt x="1336491" y="630260"/>
                </a:lnTo>
                <a:lnTo>
                  <a:pt x="1336291" y="642252"/>
                </a:lnTo>
                <a:lnTo>
                  <a:pt x="1349921" y="656139"/>
                </a:lnTo>
                <a:lnTo>
                  <a:pt x="1346835" y="673141"/>
                </a:lnTo>
                <a:lnTo>
                  <a:pt x="1363532" y="681104"/>
                </a:lnTo>
                <a:lnTo>
                  <a:pt x="825617" y="674932"/>
                </a:lnTo>
                <a:lnTo>
                  <a:pt x="297856" y="650405"/>
                </a:lnTo>
                <a:lnTo>
                  <a:pt x="311239" y="440836"/>
                </a:lnTo>
                <a:lnTo>
                  <a:pt x="0" y="417900"/>
                </a:lnTo>
                <a:lnTo>
                  <a:pt x="31185" y="51359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8" name="State - CO - Colorado"/>
          <p:cNvSpPr/>
          <p:nvPr/>
        </p:nvSpPr>
        <p:spPr>
          <a:xfrm>
            <a:off x="4394778" y="3048924"/>
            <a:ext cx="1199864" cy="950566"/>
          </a:xfrm>
          <a:custGeom>
            <a:avLst/>
            <a:gdLst/>
            <a:ahLst/>
            <a:cxnLst/>
            <a:rect l="l" t="t" r="r" b="b"/>
            <a:pathLst>
              <a:path w="1199864" h="950566">
                <a:moveTo>
                  <a:pt x="114386" y="0"/>
                </a:moveTo>
                <a:lnTo>
                  <a:pt x="628174" y="62675"/>
                </a:lnTo>
                <a:lnTo>
                  <a:pt x="1199864" y="109090"/>
                </a:lnTo>
                <a:lnTo>
                  <a:pt x="1147762" y="950566"/>
                </a:lnTo>
                <a:lnTo>
                  <a:pt x="657101" y="911657"/>
                </a:lnTo>
                <a:lnTo>
                  <a:pt x="355454" y="880024"/>
                </a:lnTo>
                <a:lnTo>
                  <a:pt x="0" y="833657"/>
                </a:lnTo>
                <a:lnTo>
                  <a:pt x="109614" y="36366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9" name="State - WV - West Virginia"/>
          <p:cNvSpPr/>
          <p:nvPr/>
        </p:nvSpPr>
        <p:spPr>
          <a:xfrm>
            <a:off x="8696553" y="3067269"/>
            <a:ext cx="741235" cy="743045"/>
          </a:xfrm>
          <a:custGeom>
            <a:avLst/>
            <a:gdLst/>
            <a:ahLst/>
            <a:cxnLst/>
            <a:rect l="l" t="t" r="r" b="b"/>
            <a:pathLst>
              <a:path w="741235" h="743045">
                <a:moveTo>
                  <a:pt x="619" y="510750"/>
                </a:moveTo>
                <a:lnTo>
                  <a:pt x="9715" y="513312"/>
                </a:lnTo>
                <a:lnTo>
                  <a:pt x="42072" y="499986"/>
                </a:lnTo>
                <a:lnTo>
                  <a:pt x="44253" y="471078"/>
                </a:lnTo>
                <a:lnTo>
                  <a:pt x="61684" y="463267"/>
                </a:lnTo>
                <a:lnTo>
                  <a:pt x="49044" y="426129"/>
                </a:lnTo>
                <a:lnTo>
                  <a:pt x="59626" y="413252"/>
                </a:lnTo>
                <a:lnTo>
                  <a:pt x="58131" y="401222"/>
                </a:lnTo>
                <a:lnTo>
                  <a:pt x="71237" y="372208"/>
                </a:lnTo>
                <a:lnTo>
                  <a:pt x="88706" y="377647"/>
                </a:lnTo>
                <a:lnTo>
                  <a:pt x="96022" y="388906"/>
                </a:lnTo>
                <a:lnTo>
                  <a:pt x="92450" y="397116"/>
                </a:lnTo>
                <a:lnTo>
                  <a:pt x="97717" y="400355"/>
                </a:lnTo>
                <a:lnTo>
                  <a:pt x="106804" y="383829"/>
                </a:lnTo>
                <a:lnTo>
                  <a:pt x="117748" y="386810"/>
                </a:lnTo>
                <a:lnTo>
                  <a:pt x="114633" y="367884"/>
                </a:lnTo>
                <a:lnTo>
                  <a:pt x="104765" y="355759"/>
                </a:lnTo>
                <a:lnTo>
                  <a:pt x="114814" y="350825"/>
                </a:lnTo>
                <a:lnTo>
                  <a:pt x="110776" y="333223"/>
                </a:lnTo>
                <a:lnTo>
                  <a:pt x="119367" y="322259"/>
                </a:lnTo>
                <a:lnTo>
                  <a:pt x="119348" y="312791"/>
                </a:lnTo>
                <a:lnTo>
                  <a:pt x="137351" y="310744"/>
                </a:lnTo>
                <a:lnTo>
                  <a:pt x="137093" y="295656"/>
                </a:lnTo>
                <a:lnTo>
                  <a:pt x="150838" y="278549"/>
                </a:lnTo>
                <a:lnTo>
                  <a:pt x="165649" y="290636"/>
                </a:lnTo>
                <a:lnTo>
                  <a:pt x="189167" y="277197"/>
                </a:lnTo>
                <a:lnTo>
                  <a:pt x="221351" y="228991"/>
                </a:lnTo>
                <a:lnTo>
                  <a:pt x="234477" y="220380"/>
                </a:lnTo>
                <a:lnTo>
                  <a:pt x="239373" y="200187"/>
                </a:lnTo>
                <a:lnTo>
                  <a:pt x="231391" y="189852"/>
                </a:lnTo>
                <a:lnTo>
                  <a:pt x="240278" y="166935"/>
                </a:lnTo>
                <a:lnTo>
                  <a:pt x="236220" y="156972"/>
                </a:lnTo>
                <a:lnTo>
                  <a:pt x="244078" y="156381"/>
                </a:lnTo>
                <a:lnTo>
                  <a:pt x="241430" y="122368"/>
                </a:lnTo>
                <a:lnTo>
                  <a:pt x="254851" y="68647"/>
                </a:lnTo>
                <a:lnTo>
                  <a:pt x="247155" y="54407"/>
                </a:lnTo>
                <a:lnTo>
                  <a:pt x="250193" y="35852"/>
                </a:lnTo>
                <a:lnTo>
                  <a:pt x="235515" y="16354"/>
                </a:lnTo>
                <a:lnTo>
                  <a:pt x="240382" y="6648"/>
                </a:lnTo>
                <a:lnTo>
                  <a:pt x="256480" y="0"/>
                </a:lnTo>
                <a:lnTo>
                  <a:pt x="287693" y="190290"/>
                </a:lnTo>
                <a:lnTo>
                  <a:pt x="450885" y="162620"/>
                </a:lnTo>
                <a:lnTo>
                  <a:pt x="468020" y="269586"/>
                </a:lnTo>
                <a:lnTo>
                  <a:pt x="488899" y="245840"/>
                </a:lnTo>
                <a:lnTo>
                  <a:pt x="495548" y="244792"/>
                </a:lnTo>
                <a:lnTo>
                  <a:pt x="519541" y="203444"/>
                </a:lnTo>
                <a:lnTo>
                  <a:pt x="527009" y="199749"/>
                </a:lnTo>
                <a:lnTo>
                  <a:pt x="542677" y="206216"/>
                </a:lnTo>
                <a:lnTo>
                  <a:pt x="543411" y="197387"/>
                </a:lnTo>
                <a:lnTo>
                  <a:pt x="560032" y="177108"/>
                </a:lnTo>
                <a:lnTo>
                  <a:pt x="557555" y="171755"/>
                </a:lnTo>
                <a:lnTo>
                  <a:pt x="564709" y="157696"/>
                </a:lnTo>
                <a:lnTo>
                  <a:pt x="563718" y="163401"/>
                </a:lnTo>
                <a:lnTo>
                  <a:pt x="571033" y="163925"/>
                </a:lnTo>
                <a:lnTo>
                  <a:pt x="564575" y="167792"/>
                </a:lnTo>
                <a:lnTo>
                  <a:pt x="580558" y="176746"/>
                </a:lnTo>
                <a:lnTo>
                  <a:pt x="615858" y="176546"/>
                </a:lnTo>
                <a:lnTo>
                  <a:pt x="622792" y="168221"/>
                </a:lnTo>
                <a:lnTo>
                  <a:pt x="615296" y="161401"/>
                </a:lnTo>
                <a:lnTo>
                  <a:pt x="625097" y="160249"/>
                </a:lnTo>
                <a:lnTo>
                  <a:pt x="618125" y="153191"/>
                </a:lnTo>
                <a:lnTo>
                  <a:pt x="627364" y="154600"/>
                </a:lnTo>
                <a:lnTo>
                  <a:pt x="629698" y="147342"/>
                </a:lnTo>
                <a:lnTo>
                  <a:pt x="644081" y="149171"/>
                </a:lnTo>
                <a:lnTo>
                  <a:pt x="647167" y="136798"/>
                </a:lnTo>
                <a:lnTo>
                  <a:pt x="655730" y="130635"/>
                </a:lnTo>
                <a:lnTo>
                  <a:pt x="695249" y="146799"/>
                </a:lnTo>
                <a:lnTo>
                  <a:pt x="694563" y="139656"/>
                </a:lnTo>
                <a:lnTo>
                  <a:pt x="711298" y="139141"/>
                </a:lnTo>
                <a:lnTo>
                  <a:pt x="713146" y="147304"/>
                </a:lnTo>
                <a:lnTo>
                  <a:pt x="705307" y="150600"/>
                </a:lnTo>
                <a:lnTo>
                  <a:pt x="710432" y="158258"/>
                </a:lnTo>
                <a:lnTo>
                  <a:pt x="714937" y="154181"/>
                </a:lnTo>
                <a:lnTo>
                  <a:pt x="714194" y="161401"/>
                </a:lnTo>
                <a:lnTo>
                  <a:pt x="726967" y="159753"/>
                </a:lnTo>
                <a:lnTo>
                  <a:pt x="724033" y="172917"/>
                </a:lnTo>
                <a:lnTo>
                  <a:pt x="731891" y="174317"/>
                </a:lnTo>
                <a:lnTo>
                  <a:pt x="734168" y="192005"/>
                </a:lnTo>
                <a:lnTo>
                  <a:pt x="741235" y="194339"/>
                </a:lnTo>
                <a:lnTo>
                  <a:pt x="731768" y="236668"/>
                </a:lnTo>
                <a:lnTo>
                  <a:pt x="637223" y="183261"/>
                </a:lnTo>
                <a:lnTo>
                  <a:pt x="638261" y="205902"/>
                </a:lnTo>
                <a:lnTo>
                  <a:pt x="643004" y="207293"/>
                </a:lnTo>
                <a:lnTo>
                  <a:pt x="633241" y="241344"/>
                </a:lnTo>
                <a:lnTo>
                  <a:pt x="639918" y="246640"/>
                </a:lnTo>
                <a:lnTo>
                  <a:pt x="618658" y="279578"/>
                </a:lnTo>
                <a:lnTo>
                  <a:pt x="622573" y="281835"/>
                </a:lnTo>
                <a:lnTo>
                  <a:pt x="616553" y="294389"/>
                </a:lnTo>
                <a:lnTo>
                  <a:pt x="612077" y="291370"/>
                </a:lnTo>
                <a:lnTo>
                  <a:pt x="605619" y="304810"/>
                </a:lnTo>
                <a:lnTo>
                  <a:pt x="600380" y="310210"/>
                </a:lnTo>
                <a:lnTo>
                  <a:pt x="599427" y="303657"/>
                </a:lnTo>
                <a:lnTo>
                  <a:pt x="590398" y="315763"/>
                </a:lnTo>
                <a:lnTo>
                  <a:pt x="581920" y="343862"/>
                </a:lnTo>
                <a:lnTo>
                  <a:pt x="558365" y="330108"/>
                </a:lnTo>
                <a:lnTo>
                  <a:pt x="551688" y="344481"/>
                </a:lnTo>
                <a:lnTo>
                  <a:pt x="550364" y="371694"/>
                </a:lnTo>
                <a:lnTo>
                  <a:pt x="544697" y="373675"/>
                </a:lnTo>
                <a:lnTo>
                  <a:pt x="529123" y="427082"/>
                </a:lnTo>
                <a:lnTo>
                  <a:pt x="496872" y="424415"/>
                </a:lnTo>
                <a:lnTo>
                  <a:pt x="483889" y="406689"/>
                </a:lnTo>
                <a:lnTo>
                  <a:pt x="464591" y="401383"/>
                </a:lnTo>
                <a:lnTo>
                  <a:pt x="460600" y="450685"/>
                </a:lnTo>
                <a:lnTo>
                  <a:pt x="449161" y="464849"/>
                </a:lnTo>
                <a:lnTo>
                  <a:pt x="453895" y="472145"/>
                </a:lnTo>
                <a:lnTo>
                  <a:pt x="436483" y="492728"/>
                </a:lnTo>
                <a:lnTo>
                  <a:pt x="437683" y="509407"/>
                </a:lnTo>
                <a:lnTo>
                  <a:pt x="429920" y="534486"/>
                </a:lnTo>
                <a:lnTo>
                  <a:pt x="408032" y="563937"/>
                </a:lnTo>
                <a:lnTo>
                  <a:pt x="392868" y="605580"/>
                </a:lnTo>
                <a:lnTo>
                  <a:pt x="407194" y="616839"/>
                </a:lnTo>
                <a:lnTo>
                  <a:pt x="392059" y="632898"/>
                </a:lnTo>
                <a:lnTo>
                  <a:pt x="392735" y="638775"/>
                </a:lnTo>
                <a:lnTo>
                  <a:pt x="400564" y="638051"/>
                </a:lnTo>
                <a:lnTo>
                  <a:pt x="398631" y="643757"/>
                </a:lnTo>
                <a:lnTo>
                  <a:pt x="373161" y="666169"/>
                </a:lnTo>
                <a:lnTo>
                  <a:pt x="365369" y="654939"/>
                </a:lnTo>
                <a:lnTo>
                  <a:pt x="359083" y="657701"/>
                </a:lnTo>
                <a:lnTo>
                  <a:pt x="327241" y="684447"/>
                </a:lnTo>
                <a:lnTo>
                  <a:pt x="310848" y="674903"/>
                </a:lnTo>
                <a:lnTo>
                  <a:pt x="308543" y="685000"/>
                </a:lnTo>
                <a:lnTo>
                  <a:pt x="315249" y="691810"/>
                </a:lnTo>
                <a:lnTo>
                  <a:pt x="301000" y="704964"/>
                </a:lnTo>
                <a:lnTo>
                  <a:pt x="277616" y="711498"/>
                </a:lnTo>
                <a:lnTo>
                  <a:pt x="258051" y="724748"/>
                </a:lnTo>
                <a:lnTo>
                  <a:pt x="232486" y="706850"/>
                </a:lnTo>
                <a:lnTo>
                  <a:pt x="225723" y="721624"/>
                </a:lnTo>
                <a:lnTo>
                  <a:pt x="212874" y="726834"/>
                </a:lnTo>
                <a:lnTo>
                  <a:pt x="205569" y="738502"/>
                </a:lnTo>
                <a:lnTo>
                  <a:pt x="185547" y="743045"/>
                </a:lnTo>
                <a:lnTo>
                  <a:pt x="169907" y="729710"/>
                </a:lnTo>
                <a:lnTo>
                  <a:pt x="155029" y="729834"/>
                </a:lnTo>
                <a:lnTo>
                  <a:pt x="139941" y="716051"/>
                </a:lnTo>
                <a:lnTo>
                  <a:pt x="136369" y="700040"/>
                </a:lnTo>
                <a:lnTo>
                  <a:pt x="125673" y="694954"/>
                </a:lnTo>
                <a:lnTo>
                  <a:pt x="135512" y="684047"/>
                </a:lnTo>
                <a:lnTo>
                  <a:pt x="127435" y="678380"/>
                </a:lnTo>
                <a:lnTo>
                  <a:pt x="112671" y="682762"/>
                </a:lnTo>
                <a:lnTo>
                  <a:pt x="80381" y="660864"/>
                </a:lnTo>
                <a:lnTo>
                  <a:pt x="71218" y="660292"/>
                </a:lnTo>
                <a:lnTo>
                  <a:pt x="60427" y="637394"/>
                </a:lnTo>
                <a:lnTo>
                  <a:pt x="29861" y="610410"/>
                </a:lnTo>
                <a:lnTo>
                  <a:pt x="34423" y="599084"/>
                </a:lnTo>
                <a:lnTo>
                  <a:pt x="25346" y="596598"/>
                </a:lnTo>
                <a:lnTo>
                  <a:pt x="0" y="565299"/>
                </a:lnTo>
                <a:lnTo>
                  <a:pt x="5191" y="563270"/>
                </a:lnTo>
                <a:lnTo>
                  <a:pt x="3134" y="549850"/>
                </a:lnTo>
                <a:lnTo>
                  <a:pt x="8344" y="543211"/>
                </a:lnTo>
                <a:lnTo>
                  <a:pt x="324" y="511664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10" name="State - WY - Wyoming"/>
          <p:cNvSpPr/>
          <p:nvPr/>
        </p:nvSpPr>
        <p:spPr>
          <a:xfrm>
            <a:off x="4201153" y="2175510"/>
            <a:ext cx="1152420" cy="959568"/>
          </a:xfrm>
          <a:custGeom>
            <a:avLst/>
            <a:gdLst/>
            <a:ahLst/>
            <a:cxnLst/>
            <a:rect l="l" t="t" r="r" b="b"/>
            <a:pathLst>
              <a:path w="1152420" h="959568">
                <a:moveTo>
                  <a:pt x="1152420" y="125635"/>
                </a:moveTo>
                <a:lnTo>
                  <a:pt x="1082250" y="959568"/>
                </a:lnTo>
                <a:lnTo>
                  <a:pt x="815569" y="935441"/>
                </a:lnTo>
                <a:lnTo>
                  <a:pt x="528276" y="901865"/>
                </a:lnTo>
                <a:lnTo>
                  <a:pt x="0" y="828132"/>
                </a:lnTo>
                <a:lnTo>
                  <a:pt x="130950" y="0"/>
                </a:lnTo>
                <a:lnTo>
                  <a:pt x="714308" y="81658"/>
                </a:lnTo>
                <a:lnTo>
                  <a:pt x="1124226" y="123044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11" name="State - NC - North Carolina"/>
          <p:cNvSpPr/>
          <p:nvPr/>
        </p:nvSpPr>
        <p:spPr>
          <a:xfrm>
            <a:off x="8507968" y="3772119"/>
            <a:ext cx="1456487" cy="644471"/>
          </a:xfrm>
          <a:custGeom>
            <a:avLst/>
            <a:gdLst/>
            <a:ahLst/>
            <a:cxnLst/>
            <a:rect l="l" t="t" r="r" b="b"/>
            <a:pathLst>
              <a:path w="1456487" h="644471">
                <a:moveTo>
                  <a:pt x="1392145" y="121348"/>
                </a:moveTo>
                <a:lnTo>
                  <a:pt x="1403852" y="122311"/>
                </a:lnTo>
                <a:lnTo>
                  <a:pt x="1415177" y="143580"/>
                </a:lnTo>
                <a:lnTo>
                  <a:pt x="1405309" y="141218"/>
                </a:lnTo>
                <a:lnTo>
                  <a:pt x="1405452" y="132664"/>
                </a:lnTo>
                <a:lnTo>
                  <a:pt x="1392164" y="121825"/>
                </a:lnTo>
                <a:close/>
                <a:moveTo>
                  <a:pt x="1383325" y="309639"/>
                </a:moveTo>
                <a:lnTo>
                  <a:pt x="1385973" y="298066"/>
                </a:lnTo>
                <a:lnTo>
                  <a:pt x="1453115" y="250698"/>
                </a:lnTo>
                <a:lnTo>
                  <a:pt x="1449905" y="191110"/>
                </a:lnTo>
                <a:lnTo>
                  <a:pt x="1432646" y="147447"/>
                </a:lnTo>
                <a:lnTo>
                  <a:pt x="1451219" y="181461"/>
                </a:lnTo>
                <a:lnTo>
                  <a:pt x="1456487" y="258356"/>
                </a:lnTo>
                <a:lnTo>
                  <a:pt x="1418682" y="278073"/>
                </a:lnTo>
                <a:lnTo>
                  <a:pt x="1383249" y="310401"/>
                </a:lnTo>
                <a:close/>
                <a:moveTo>
                  <a:pt x="393611" y="165725"/>
                </a:moveTo>
                <a:lnTo>
                  <a:pt x="621306" y="138855"/>
                </a:lnTo>
                <a:lnTo>
                  <a:pt x="749637" y="117596"/>
                </a:lnTo>
                <a:lnTo>
                  <a:pt x="1341863" y="0"/>
                </a:lnTo>
                <a:lnTo>
                  <a:pt x="1371638" y="62627"/>
                </a:lnTo>
                <a:lnTo>
                  <a:pt x="1430455" y="144951"/>
                </a:lnTo>
                <a:lnTo>
                  <a:pt x="1397375" y="107718"/>
                </a:lnTo>
                <a:lnTo>
                  <a:pt x="1389659" y="107413"/>
                </a:lnTo>
                <a:lnTo>
                  <a:pt x="1377277" y="78019"/>
                </a:lnTo>
                <a:lnTo>
                  <a:pt x="1356427" y="49520"/>
                </a:lnTo>
                <a:lnTo>
                  <a:pt x="1350540" y="27089"/>
                </a:lnTo>
                <a:lnTo>
                  <a:pt x="1339748" y="15135"/>
                </a:lnTo>
                <a:lnTo>
                  <a:pt x="1324651" y="15831"/>
                </a:lnTo>
                <a:lnTo>
                  <a:pt x="1323832" y="9192"/>
                </a:lnTo>
                <a:lnTo>
                  <a:pt x="1315355" y="14240"/>
                </a:lnTo>
                <a:lnTo>
                  <a:pt x="1318308" y="19650"/>
                </a:lnTo>
                <a:lnTo>
                  <a:pt x="1332490" y="30651"/>
                </a:lnTo>
                <a:lnTo>
                  <a:pt x="1338386" y="27546"/>
                </a:lnTo>
                <a:lnTo>
                  <a:pt x="1341253" y="40681"/>
                </a:lnTo>
                <a:lnTo>
                  <a:pt x="1355055" y="55197"/>
                </a:lnTo>
                <a:lnTo>
                  <a:pt x="1375143" y="95802"/>
                </a:lnTo>
                <a:lnTo>
                  <a:pt x="1360646" y="86973"/>
                </a:lnTo>
                <a:lnTo>
                  <a:pt x="1346606" y="64856"/>
                </a:lnTo>
                <a:lnTo>
                  <a:pt x="1339272" y="64208"/>
                </a:lnTo>
                <a:lnTo>
                  <a:pt x="1343149" y="75505"/>
                </a:lnTo>
                <a:lnTo>
                  <a:pt x="1352960" y="80686"/>
                </a:lnTo>
                <a:lnTo>
                  <a:pt x="1333738" y="80029"/>
                </a:lnTo>
                <a:lnTo>
                  <a:pt x="1310573" y="63160"/>
                </a:lnTo>
                <a:lnTo>
                  <a:pt x="1301544" y="62836"/>
                </a:lnTo>
                <a:lnTo>
                  <a:pt x="1322880" y="79534"/>
                </a:lnTo>
                <a:lnTo>
                  <a:pt x="1327909" y="90430"/>
                </a:lnTo>
                <a:lnTo>
                  <a:pt x="1310088" y="98584"/>
                </a:lnTo>
                <a:lnTo>
                  <a:pt x="1291733" y="88373"/>
                </a:lnTo>
                <a:lnTo>
                  <a:pt x="1308706" y="102365"/>
                </a:lnTo>
                <a:lnTo>
                  <a:pt x="1305163" y="105642"/>
                </a:lnTo>
                <a:lnTo>
                  <a:pt x="1277703" y="102232"/>
                </a:lnTo>
                <a:lnTo>
                  <a:pt x="1263253" y="93583"/>
                </a:lnTo>
                <a:lnTo>
                  <a:pt x="1291019" y="109195"/>
                </a:lnTo>
                <a:lnTo>
                  <a:pt x="1274207" y="115881"/>
                </a:lnTo>
                <a:lnTo>
                  <a:pt x="1260405" y="134312"/>
                </a:lnTo>
                <a:lnTo>
                  <a:pt x="1249490" y="136236"/>
                </a:lnTo>
                <a:lnTo>
                  <a:pt x="1232278" y="131978"/>
                </a:lnTo>
                <a:lnTo>
                  <a:pt x="1220514" y="112033"/>
                </a:lnTo>
                <a:lnTo>
                  <a:pt x="1219581" y="84201"/>
                </a:lnTo>
                <a:lnTo>
                  <a:pt x="1215533" y="113167"/>
                </a:lnTo>
                <a:lnTo>
                  <a:pt x="1233954" y="142723"/>
                </a:lnTo>
                <a:lnTo>
                  <a:pt x="1233983" y="152895"/>
                </a:lnTo>
                <a:lnTo>
                  <a:pt x="1260719" y="147476"/>
                </a:lnTo>
                <a:lnTo>
                  <a:pt x="1280303" y="134741"/>
                </a:lnTo>
                <a:lnTo>
                  <a:pt x="1291542" y="141208"/>
                </a:lnTo>
                <a:lnTo>
                  <a:pt x="1310259" y="127654"/>
                </a:lnTo>
                <a:lnTo>
                  <a:pt x="1334853" y="121358"/>
                </a:lnTo>
                <a:lnTo>
                  <a:pt x="1344254" y="127054"/>
                </a:lnTo>
                <a:lnTo>
                  <a:pt x="1340787" y="150095"/>
                </a:lnTo>
                <a:lnTo>
                  <a:pt x="1355179" y="190871"/>
                </a:lnTo>
                <a:lnTo>
                  <a:pt x="1352826" y="138122"/>
                </a:lnTo>
                <a:lnTo>
                  <a:pt x="1359560" y="129216"/>
                </a:lnTo>
                <a:lnTo>
                  <a:pt x="1355065" y="124177"/>
                </a:lnTo>
                <a:lnTo>
                  <a:pt x="1370247" y="117405"/>
                </a:lnTo>
                <a:lnTo>
                  <a:pt x="1389155" y="132607"/>
                </a:lnTo>
                <a:lnTo>
                  <a:pt x="1404147" y="170707"/>
                </a:lnTo>
                <a:lnTo>
                  <a:pt x="1397470" y="174679"/>
                </a:lnTo>
                <a:lnTo>
                  <a:pt x="1404252" y="185642"/>
                </a:lnTo>
                <a:lnTo>
                  <a:pt x="1399089" y="195672"/>
                </a:lnTo>
                <a:lnTo>
                  <a:pt x="1380668" y="201825"/>
                </a:lnTo>
                <a:lnTo>
                  <a:pt x="1372333" y="213417"/>
                </a:lnTo>
                <a:lnTo>
                  <a:pt x="1367114" y="239630"/>
                </a:lnTo>
                <a:lnTo>
                  <a:pt x="1360761" y="241106"/>
                </a:lnTo>
                <a:lnTo>
                  <a:pt x="1360903" y="249536"/>
                </a:lnTo>
                <a:lnTo>
                  <a:pt x="1349607" y="261471"/>
                </a:lnTo>
                <a:lnTo>
                  <a:pt x="1292257" y="263862"/>
                </a:lnTo>
                <a:lnTo>
                  <a:pt x="1281589" y="257651"/>
                </a:lnTo>
                <a:lnTo>
                  <a:pt x="1269816" y="238992"/>
                </a:lnTo>
                <a:lnTo>
                  <a:pt x="1287732" y="234677"/>
                </a:lnTo>
                <a:lnTo>
                  <a:pt x="1286685" y="225085"/>
                </a:lnTo>
                <a:lnTo>
                  <a:pt x="1266234" y="233391"/>
                </a:lnTo>
                <a:lnTo>
                  <a:pt x="1261834" y="240354"/>
                </a:lnTo>
                <a:lnTo>
                  <a:pt x="1276026" y="263862"/>
                </a:lnTo>
                <a:lnTo>
                  <a:pt x="1245156" y="263404"/>
                </a:lnTo>
                <a:lnTo>
                  <a:pt x="1196950" y="253117"/>
                </a:lnTo>
                <a:lnTo>
                  <a:pt x="1210170" y="266490"/>
                </a:lnTo>
                <a:lnTo>
                  <a:pt x="1295038" y="275796"/>
                </a:lnTo>
                <a:lnTo>
                  <a:pt x="1299791" y="285455"/>
                </a:lnTo>
                <a:lnTo>
                  <a:pt x="1286285" y="330241"/>
                </a:lnTo>
                <a:lnTo>
                  <a:pt x="1257367" y="358397"/>
                </a:lnTo>
                <a:lnTo>
                  <a:pt x="1223248" y="344719"/>
                </a:lnTo>
                <a:lnTo>
                  <a:pt x="1226487" y="355997"/>
                </a:lnTo>
                <a:lnTo>
                  <a:pt x="1265606" y="366141"/>
                </a:lnTo>
                <a:lnTo>
                  <a:pt x="1283894" y="347634"/>
                </a:lnTo>
                <a:lnTo>
                  <a:pt x="1305068" y="339366"/>
                </a:lnTo>
                <a:lnTo>
                  <a:pt x="1308583" y="323774"/>
                </a:lnTo>
                <a:lnTo>
                  <a:pt x="1324166" y="342252"/>
                </a:lnTo>
                <a:lnTo>
                  <a:pt x="1335596" y="339623"/>
                </a:lnTo>
                <a:lnTo>
                  <a:pt x="1326775" y="328898"/>
                </a:lnTo>
                <a:lnTo>
                  <a:pt x="1340615" y="332242"/>
                </a:lnTo>
                <a:lnTo>
                  <a:pt x="1345225" y="345377"/>
                </a:lnTo>
                <a:lnTo>
                  <a:pt x="1336558" y="361769"/>
                </a:lnTo>
                <a:lnTo>
                  <a:pt x="1326671" y="366131"/>
                </a:lnTo>
                <a:lnTo>
                  <a:pt x="1315317" y="407022"/>
                </a:lnTo>
                <a:lnTo>
                  <a:pt x="1304363" y="405679"/>
                </a:lnTo>
                <a:lnTo>
                  <a:pt x="1297496" y="388077"/>
                </a:lnTo>
                <a:lnTo>
                  <a:pt x="1298667" y="403584"/>
                </a:lnTo>
                <a:lnTo>
                  <a:pt x="1289142" y="405365"/>
                </a:lnTo>
                <a:lnTo>
                  <a:pt x="1316812" y="413071"/>
                </a:lnTo>
                <a:lnTo>
                  <a:pt x="1326166" y="388344"/>
                </a:lnTo>
                <a:lnTo>
                  <a:pt x="1373715" y="310210"/>
                </a:lnTo>
                <a:lnTo>
                  <a:pt x="1379887" y="313049"/>
                </a:lnTo>
                <a:lnTo>
                  <a:pt x="1333833" y="381133"/>
                </a:lnTo>
                <a:lnTo>
                  <a:pt x="1317431" y="426606"/>
                </a:lnTo>
                <a:lnTo>
                  <a:pt x="1312764" y="415347"/>
                </a:lnTo>
                <a:lnTo>
                  <a:pt x="1289618" y="409937"/>
                </a:lnTo>
                <a:lnTo>
                  <a:pt x="1238345" y="425463"/>
                </a:lnTo>
                <a:lnTo>
                  <a:pt x="1209389" y="441436"/>
                </a:lnTo>
                <a:lnTo>
                  <a:pt x="1154059" y="496252"/>
                </a:lnTo>
                <a:lnTo>
                  <a:pt x="1133427" y="524266"/>
                </a:lnTo>
                <a:lnTo>
                  <a:pt x="1118559" y="557536"/>
                </a:lnTo>
                <a:lnTo>
                  <a:pt x="1107577" y="627840"/>
                </a:lnTo>
                <a:lnTo>
                  <a:pt x="1097737" y="620373"/>
                </a:lnTo>
                <a:lnTo>
                  <a:pt x="1059180" y="621754"/>
                </a:lnTo>
                <a:lnTo>
                  <a:pt x="1010774" y="644471"/>
                </a:lnTo>
                <a:lnTo>
                  <a:pt x="785108" y="481822"/>
                </a:lnTo>
                <a:lnTo>
                  <a:pt x="596856" y="510130"/>
                </a:lnTo>
                <a:lnTo>
                  <a:pt x="595570" y="485651"/>
                </a:lnTo>
                <a:lnTo>
                  <a:pt x="564309" y="454152"/>
                </a:lnTo>
                <a:lnTo>
                  <a:pt x="548602" y="470002"/>
                </a:lnTo>
                <a:lnTo>
                  <a:pt x="544782" y="448227"/>
                </a:lnTo>
                <a:lnTo>
                  <a:pt x="337699" y="469040"/>
                </a:lnTo>
                <a:lnTo>
                  <a:pt x="322164" y="475250"/>
                </a:lnTo>
                <a:lnTo>
                  <a:pt x="317535" y="468706"/>
                </a:lnTo>
                <a:lnTo>
                  <a:pt x="311220" y="480136"/>
                </a:lnTo>
                <a:lnTo>
                  <a:pt x="271605" y="494271"/>
                </a:lnTo>
                <a:lnTo>
                  <a:pt x="260899" y="508044"/>
                </a:lnTo>
                <a:lnTo>
                  <a:pt x="255356" y="505206"/>
                </a:lnTo>
                <a:lnTo>
                  <a:pt x="204064" y="530190"/>
                </a:lnTo>
                <a:lnTo>
                  <a:pt x="810" y="559203"/>
                </a:lnTo>
                <a:lnTo>
                  <a:pt x="0" y="509092"/>
                </a:lnTo>
                <a:lnTo>
                  <a:pt x="10001" y="498643"/>
                </a:lnTo>
                <a:lnTo>
                  <a:pt x="16669" y="503968"/>
                </a:lnTo>
                <a:lnTo>
                  <a:pt x="38605" y="494862"/>
                </a:lnTo>
                <a:lnTo>
                  <a:pt x="42996" y="487651"/>
                </a:lnTo>
                <a:lnTo>
                  <a:pt x="40262" y="465030"/>
                </a:lnTo>
                <a:lnTo>
                  <a:pt x="60817" y="439331"/>
                </a:lnTo>
                <a:lnTo>
                  <a:pt x="77705" y="427968"/>
                </a:lnTo>
                <a:lnTo>
                  <a:pt x="123206" y="421824"/>
                </a:lnTo>
                <a:lnTo>
                  <a:pt x="144942" y="398393"/>
                </a:lnTo>
                <a:lnTo>
                  <a:pt x="154048" y="397621"/>
                </a:lnTo>
                <a:lnTo>
                  <a:pt x="159925" y="383638"/>
                </a:lnTo>
                <a:lnTo>
                  <a:pt x="170536" y="380086"/>
                </a:lnTo>
                <a:lnTo>
                  <a:pt x="173946" y="372199"/>
                </a:lnTo>
                <a:lnTo>
                  <a:pt x="187366" y="365036"/>
                </a:lnTo>
                <a:lnTo>
                  <a:pt x="201425" y="366522"/>
                </a:lnTo>
                <a:lnTo>
                  <a:pt x="213836" y="343443"/>
                </a:lnTo>
                <a:lnTo>
                  <a:pt x="211998" y="328736"/>
                </a:lnTo>
                <a:lnTo>
                  <a:pt x="228000" y="330317"/>
                </a:lnTo>
                <a:lnTo>
                  <a:pt x="230667" y="314458"/>
                </a:lnTo>
                <a:lnTo>
                  <a:pt x="251689" y="297542"/>
                </a:lnTo>
                <a:lnTo>
                  <a:pt x="259747" y="304095"/>
                </a:lnTo>
                <a:lnTo>
                  <a:pt x="258937" y="317411"/>
                </a:lnTo>
                <a:lnTo>
                  <a:pt x="268110" y="318983"/>
                </a:lnTo>
                <a:lnTo>
                  <a:pt x="296770" y="280521"/>
                </a:lnTo>
                <a:lnTo>
                  <a:pt x="318764" y="268081"/>
                </a:lnTo>
                <a:lnTo>
                  <a:pt x="329917" y="268481"/>
                </a:lnTo>
                <a:lnTo>
                  <a:pt x="334728" y="277368"/>
                </a:lnTo>
                <a:lnTo>
                  <a:pt x="349748" y="271748"/>
                </a:lnTo>
                <a:lnTo>
                  <a:pt x="364722" y="230915"/>
                </a:lnTo>
                <a:lnTo>
                  <a:pt x="380619" y="216618"/>
                </a:lnTo>
                <a:lnTo>
                  <a:pt x="396678" y="219056"/>
                </a:lnTo>
                <a:lnTo>
                  <a:pt x="389144" y="204988"/>
                </a:lnTo>
                <a:lnTo>
                  <a:pt x="394487" y="191157"/>
                </a:lnTo>
                <a:lnTo>
                  <a:pt x="393268" y="166326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12" name="State - AR - Arkansas"/>
          <p:cNvSpPr/>
          <p:nvPr/>
        </p:nvSpPr>
        <p:spPr>
          <a:xfrm>
            <a:off x="6766807" y="4105427"/>
            <a:ext cx="832647" cy="756961"/>
          </a:xfrm>
          <a:custGeom>
            <a:avLst/>
            <a:gdLst/>
            <a:ahLst/>
            <a:cxnLst/>
            <a:rect l="l" t="t" r="r" b="b"/>
            <a:pathLst>
              <a:path w="832647" h="756961">
                <a:moveTo>
                  <a:pt x="0" y="27861"/>
                </a:moveTo>
                <a:lnTo>
                  <a:pt x="371904" y="18526"/>
                </a:lnTo>
                <a:lnTo>
                  <a:pt x="740140" y="0"/>
                </a:lnTo>
                <a:lnTo>
                  <a:pt x="742540" y="15345"/>
                </a:lnTo>
                <a:lnTo>
                  <a:pt x="755904" y="22555"/>
                </a:lnTo>
                <a:lnTo>
                  <a:pt x="757352" y="40005"/>
                </a:lnTo>
                <a:lnTo>
                  <a:pt x="717661" y="87316"/>
                </a:lnTo>
                <a:lnTo>
                  <a:pt x="709060" y="107690"/>
                </a:lnTo>
                <a:lnTo>
                  <a:pt x="816454" y="99927"/>
                </a:lnTo>
                <a:lnTo>
                  <a:pt x="832371" y="115653"/>
                </a:lnTo>
                <a:lnTo>
                  <a:pt x="832647" y="123034"/>
                </a:lnTo>
                <a:lnTo>
                  <a:pt x="815788" y="118910"/>
                </a:lnTo>
                <a:lnTo>
                  <a:pt x="811682" y="128683"/>
                </a:lnTo>
                <a:lnTo>
                  <a:pt x="825141" y="137131"/>
                </a:lnTo>
                <a:lnTo>
                  <a:pt x="811663" y="141180"/>
                </a:lnTo>
                <a:lnTo>
                  <a:pt x="805939" y="153686"/>
                </a:lnTo>
                <a:lnTo>
                  <a:pt x="790384" y="152533"/>
                </a:lnTo>
                <a:lnTo>
                  <a:pt x="782545" y="159972"/>
                </a:lnTo>
                <a:lnTo>
                  <a:pt x="788165" y="173231"/>
                </a:lnTo>
                <a:lnTo>
                  <a:pt x="798928" y="170631"/>
                </a:lnTo>
                <a:lnTo>
                  <a:pt x="801614" y="174698"/>
                </a:lnTo>
                <a:lnTo>
                  <a:pt x="784612" y="188614"/>
                </a:lnTo>
                <a:lnTo>
                  <a:pt x="793223" y="204187"/>
                </a:lnTo>
                <a:lnTo>
                  <a:pt x="778774" y="194977"/>
                </a:lnTo>
                <a:lnTo>
                  <a:pt x="771334" y="198234"/>
                </a:lnTo>
                <a:lnTo>
                  <a:pt x="779088" y="222428"/>
                </a:lnTo>
                <a:lnTo>
                  <a:pt x="770030" y="230724"/>
                </a:lnTo>
                <a:lnTo>
                  <a:pt x="763781" y="213284"/>
                </a:lnTo>
                <a:lnTo>
                  <a:pt x="751275" y="225990"/>
                </a:lnTo>
                <a:lnTo>
                  <a:pt x="752513" y="235991"/>
                </a:lnTo>
                <a:lnTo>
                  <a:pt x="757952" y="227266"/>
                </a:lnTo>
                <a:lnTo>
                  <a:pt x="767077" y="234086"/>
                </a:lnTo>
                <a:lnTo>
                  <a:pt x="762714" y="249888"/>
                </a:lnTo>
                <a:lnTo>
                  <a:pt x="753104" y="255422"/>
                </a:lnTo>
                <a:lnTo>
                  <a:pt x="766391" y="261918"/>
                </a:lnTo>
                <a:lnTo>
                  <a:pt x="769458" y="269253"/>
                </a:lnTo>
                <a:lnTo>
                  <a:pt x="762972" y="274234"/>
                </a:lnTo>
                <a:lnTo>
                  <a:pt x="772277" y="284559"/>
                </a:lnTo>
                <a:lnTo>
                  <a:pt x="755104" y="288903"/>
                </a:lnTo>
                <a:lnTo>
                  <a:pt x="749960" y="309439"/>
                </a:lnTo>
                <a:lnTo>
                  <a:pt x="734673" y="307667"/>
                </a:lnTo>
                <a:lnTo>
                  <a:pt x="733073" y="316811"/>
                </a:lnTo>
                <a:lnTo>
                  <a:pt x="745484" y="332908"/>
                </a:lnTo>
                <a:lnTo>
                  <a:pt x="733206" y="343033"/>
                </a:lnTo>
                <a:lnTo>
                  <a:pt x="735349" y="348024"/>
                </a:lnTo>
                <a:lnTo>
                  <a:pt x="713603" y="353768"/>
                </a:lnTo>
                <a:lnTo>
                  <a:pt x="712803" y="341576"/>
                </a:lnTo>
                <a:lnTo>
                  <a:pt x="705879" y="341881"/>
                </a:lnTo>
                <a:lnTo>
                  <a:pt x="712756" y="371399"/>
                </a:lnTo>
                <a:lnTo>
                  <a:pt x="699973" y="374371"/>
                </a:lnTo>
                <a:lnTo>
                  <a:pt x="704793" y="365446"/>
                </a:lnTo>
                <a:lnTo>
                  <a:pt x="696373" y="361017"/>
                </a:lnTo>
                <a:lnTo>
                  <a:pt x="692067" y="378400"/>
                </a:lnTo>
                <a:lnTo>
                  <a:pt x="710917" y="383200"/>
                </a:lnTo>
                <a:lnTo>
                  <a:pt x="699887" y="396269"/>
                </a:lnTo>
                <a:lnTo>
                  <a:pt x="692677" y="383000"/>
                </a:lnTo>
                <a:lnTo>
                  <a:pt x="689858" y="398174"/>
                </a:lnTo>
                <a:lnTo>
                  <a:pt x="699497" y="411737"/>
                </a:lnTo>
                <a:lnTo>
                  <a:pt x="691163" y="426091"/>
                </a:lnTo>
                <a:lnTo>
                  <a:pt x="693591" y="441884"/>
                </a:lnTo>
                <a:lnTo>
                  <a:pt x="681447" y="450161"/>
                </a:lnTo>
                <a:lnTo>
                  <a:pt x="681619" y="462925"/>
                </a:lnTo>
                <a:lnTo>
                  <a:pt x="676123" y="461724"/>
                </a:lnTo>
                <a:lnTo>
                  <a:pt x="677380" y="452361"/>
                </a:lnTo>
                <a:lnTo>
                  <a:pt x="664274" y="453142"/>
                </a:lnTo>
                <a:lnTo>
                  <a:pt x="668855" y="469125"/>
                </a:lnTo>
                <a:lnTo>
                  <a:pt x="652729" y="473212"/>
                </a:lnTo>
                <a:lnTo>
                  <a:pt x="651396" y="487261"/>
                </a:lnTo>
                <a:lnTo>
                  <a:pt x="635622" y="481994"/>
                </a:lnTo>
                <a:lnTo>
                  <a:pt x="640299" y="490738"/>
                </a:lnTo>
                <a:lnTo>
                  <a:pt x="658463" y="496500"/>
                </a:lnTo>
                <a:lnTo>
                  <a:pt x="650900" y="502025"/>
                </a:lnTo>
                <a:lnTo>
                  <a:pt x="640928" y="496672"/>
                </a:lnTo>
                <a:lnTo>
                  <a:pt x="633203" y="503149"/>
                </a:lnTo>
                <a:lnTo>
                  <a:pt x="648529" y="513988"/>
                </a:lnTo>
                <a:lnTo>
                  <a:pt x="645462" y="525551"/>
                </a:lnTo>
                <a:lnTo>
                  <a:pt x="629212" y="528095"/>
                </a:lnTo>
                <a:lnTo>
                  <a:pt x="633327" y="539515"/>
                </a:lnTo>
                <a:lnTo>
                  <a:pt x="612677" y="531371"/>
                </a:lnTo>
                <a:lnTo>
                  <a:pt x="613115" y="541877"/>
                </a:lnTo>
                <a:lnTo>
                  <a:pt x="626374" y="547221"/>
                </a:lnTo>
                <a:lnTo>
                  <a:pt x="616791" y="564356"/>
                </a:lnTo>
                <a:lnTo>
                  <a:pt x="631708" y="577453"/>
                </a:lnTo>
                <a:lnTo>
                  <a:pt x="626069" y="581787"/>
                </a:lnTo>
                <a:lnTo>
                  <a:pt x="607543" y="578663"/>
                </a:lnTo>
                <a:lnTo>
                  <a:pt x="604790" y="589645"/>
                </a:lnTo>
                <a:lnTo>
                  <a:pt x="610533" y="594998"/>
                </a:lnTo>
                <a:lnTo>
                  <a:pt x="620363" y="592541"/>
                </a:lnTo>
                <a:lnTo>
                  <a:pt x="625031" y="601047"/>
                </a:lnTo>
                <a:lnTo>
                  <a:pt x="616106" y="604771"/>
                </a:lnTo>
                <a:lnTo>
                  <a:pt x="603066" y="595103"/>
                </a:lnTo>
                <a:lnTo>
                  <a:pt x="591350" y="602209"/>
                </a:lnTo>
                <a:lnTo>
                  <a:pt x="609543" y="615229"/>
                </a:lnTo>
                <a:lnTo>
                  <a:pt x="603533" y="623830"/>
                </a:lnTo>
                <a:lnTo>
                  <a:pt x="592245" y="625488"/>
                </a:lnTo>
                <a:lnTo>
                  <a:pt x="600742" y="638689"/>
                </a:lnTo>
                <a:lnTo>
                  <a:pt x="593960" y="652129"/>
                </a:lnTo>
                <a:lnTo>
                  <a:pt x="602066" y="651062"/>
                </a:lnTo>
                <a:lnTo>
                  <a:pt x="605657" y="639194"/>
                </a:lnTo>
                <a:lnTo>
                  <a:pt x="613229" y="647519"/>
                </a:lnTo>
                <a:lnTo>
                  <a:pt x="598456" y="659768"/>
                </a:lnTo>
                <a:lnTo>
                  <a:pt x="611657" y="662292"/>
                </a:lnTo>
                <a:lnTo>
                  <a:pt x="618258" y="648138"/>
                </a:lnTo>
                <a:lnTo>
                  <a:pt x="623287" y="648138"/>
                </a:lnTo>
                <a:lnTo>
                  <a:pt x="610105" y="669607"/>
                </a:lnTo>
                <a:lnTo>
                  <a:pt x="617258" y="691858"/>
                </a:lnTo>
                <a:lnTo>
                  <a:pt x="622068" y="682800"/>
                </a:lnTo>
                <a:lnTo>
                  <a:pt x="627859" y="685152"/>
                </a:lnTo>
                <a:lnTo>
                  <a:pt x="618849" y="696573"/>
                </a:lnTo>
                <a:lnTo>
                  <a:pt x="622230" y="712889"/>
                </a:lnTo>
                <a:lnTo>
                  <a:pt x="602075" y="717861"/>
                </a:lnTo>
                <a:lnTo>
                  <a:pt x="616944" y="731310"/>
                </a:lnTo>
                <a:lnTo>
                  <a:pt x="609562" y="742255"/>
                </a:lnTo>
                <a:lnTo>
                  <a:pt x="110404" y="756961"/>
                </a:lnTo>
                <a:lnTo>
                  <a:pt x="108023" y="645204"/>
                </a:lnTo>
                <a:lnTo>
                  <a:pt x="102899" y="641118"/>
                </a:lnTo>
                <a:lnTo>
                  <a:pt x="94155" y="645519"/>
                </a:lnTo>
                <a:lnTo>
                  <a:pt x="83734" y="637299"/>
                </a:lnTo>
                <a:lnTo>
                  <a:pt x="76486" y="645690"/>
                </a:lnTo>
                <a:lnTo>
                  <a:pt x="71828" y="638804"/>
                </a:lnTo>
                <a:lnTo>
                  <a:pt x="53664" y="648129"/>
                </a:lnTo>
                <a:lnTo>
                  <a:pt x="47844" y="646567"/>
                </a:lnTo>
                <a:lnTo>
                  <a:pt x="48882" y="640099"/>
                </a:lnTo>
                <a:lnTo>
                  <a:pt x="36366" y="636870"/>
                </a:lnTo>
                <a:lnTo>
                  <a:pt x="36043" y="627040"/>
                </a:lnTo>
                <a:lnTo>
                  <a:pt x="31471" y="628640"/>
                </a:lnTo>
                <a:lnTo>
                  <a:pt x="34795" y="259690"/>
                </a:lnTo>
                <a:lnTo>
                  <a:pt x="476" y="30890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13" name="State - UT - Utah"/>
          <p:cNvSpPr/>
          <p:nvPr/>
        </p:nvSpPr>
        <p:spPr>
          <a:xfrm>
            <a:off x="3581181" y="2717473"/>
            <a:ext cx="927983" cy="1165108"/>
          </a:xfrm>
          <a:custGeom>
            <a:avLst/>
            <a:gdLst/>
            <a:ahLst/>
            <a:cxnLst/>
            <a:rect l="l" t="t" r="r" b="b"/>
            <a:pathLst>
              <a:path w="927983" h="1165108">
                <a:moveTo>
                  <a:pt x="199492" y="0"/>
                </a:moveTo>
                <a:lnTo>
                  <a:pt x="653196" y="78115"/>
                </a:lnTo>
                <a:lnTo>
                  <a:pt x="619973" y="286169"/>
                </a:lnTo>
                <a:lnTo>
                  <a:pt x="927983" y="331451"/>
                </a:lnTo>
                <a:lnTo>
                  <a:pt x="813597" y="1165108"/>
                </a:lnTo>
                <a:lnTo>
                  <a:pt x="449780" y="1110196"/>
                </a:lnTo>
                <a:lnTo>
                  <a:pt x="0" y="1030529"/>
                </a:lnTo>
                <a:lnTo>
                  <a:pt x="195501" y="22498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14" name="State - TX - Texas"/>
          <p:cNvSpPr/>
          <p:nvPr/>
        </p:nvSpPr>
        <p:spPr>
          <a:xfrm>
            <a:off x="4668355" y="4091483"/>
            <a:ext cx="2311108" cy="2267102"/>
          </a:xfrm>
          <a:custGeom>
            <a:avLst/>
            <a:gdLst/>
            <a:ahLst/>
            <a:cxnLst/>
            <a:rect l="l" t="t" r="r" b="b"/>
            <a:pathLst>
              <a:path w="2311108" h="2267102">
                <a:moveTo>
                  <a:pt x="708698" y="495"/>
                </a:moveTo>
                <a:lnTo>
                  <a:pt x="1205808" y="29451"/>
                </a:lnTo>
                <a:lnTo>
                  <a:pt x="1188663" y="436664"/>
                </a:lnTo>
                <a:lnTo>
                  <a:pt x="1201903" y="434264"/>
                </a:lnTo>
                <a:lnTo>
                  <a:pt x="1244013" y="478050"/>
                </a:lnTo>
                <a:lnTo>
                  <a:pt x="1255262" y="478374"/>
                </a:lnTo>
                <a:lnTo>
                  <a:pt x="1260777" y="469392"/>
                </a:lnTo>
                <a:lnTo>
                  <a:pt x="1288847" y="479869"/>
                </a:lnTo>
                <a:lnTo>
                  <a:pt x="1290723" y="465515"/>
                </a:lnTo>
                <a:lnTo>
                  <a:pt x="1296981" y="462848"/>
                </a:lnTo>
                <a:lnTo>
                  <a:pt x="1303315" y="472945"/>
                </a:lnTo>
                <a:lnTo>
                  <a:pt x="1313202" y="474412"/>
                </a:lnTo>
                <a:lnTo>
                  <a:pt x="1310754" y="478241"/>
                </a:lnTo>
                <a:lnTo>
                  <a:pt x="1320965" y="487947"/>
                </a:lnTo>
                <a:lnTo>
                  <a:pt x="1324108" y="514531"/>
                </a:lnTo>
                <a:lnTo>
                  <a:pt x="1348950" y="518732"/>
                </a:lnTo>
                <a:lnTo>
                  <a:pt x="1358703" y="514207"/>
                </a:lnTo>
                <a:lnTo>
                  <a:pt x="1378610" y="529857"/>
                </a:lnTo>
                <a:lnTo>
                  <a:pt x="1388097" y="528285"/>
                </a:lnTo>
                <a:lnTo>
                  <a:pt x="1397451" y="535657"/>
                </a:lnTo>
                <a:lnTo>
                  <a:pt x="1424559" y="528876"/>
                </a:lnTo>
                <a:lnTo>
                  <a:pt x="1444152" y="550050"/>
                </a:lnTo>
                <a:lnTo>
                  <a:pt x="1455849" y="545554"/>
                </a:lnTo>
                <a:lnTo>
                  <a:pt x="1464850" y="530657"/>
                </a:lnTo>
                <a:lnTo>
                  <a:pt x="1497978" y="540468"/>
                </a:lnTo>
                <a:lnTo>
                  <a:pt x="1508369" y="532314"/>
                </a:lnTo>
                <a:lnTo>
                  <a:pt x="1511627" y="537820"/>
                </a:lnTo>
                <a:lnTo>
                  <a:pt x="1506150" y="549478"/>
                </a:lnTo>
                <a:lnTo>
                  <a:pt x="1511322" y="563585"/>
                </a:lnTo>
                <a:lnTo>
                  <a:pt x="1535668" y="567385"/>
                </a:lnTo>
                <a:lnTo>
                  <a:pt x="1531420" y="589845"/>
                </a:lnTo>
                <a:lnTo>
                  <a:pt x="1554223" y="595493"/>
                </a:lnTo>
                <a:lnTo>
                  <a:pt x="1582626" y="567957"/>
                </a:lnTo>
                <a:lnTo>
                  <a:pt x="1596581" y="576139"/>
                </a:lnTo>
                <a:lnTo>
                  <a:pt x="1596771" y="586854"/>
                </a:lnTo>
                <a:lnTo>
                  <a:pt x="1618583" y="586902"/>
                </a:lnTo>
                <a:lnTo>
                  <a:pt x="1617955" y="599942"/>
                </a:lnTo>
                <a:lnTo>
                  <a:pt x="1624127" y="604733"/>
                </a:lnTo>
                <a:lnTo>
                  <a:pt x="1634052" y="604437"/>
                </a:lnTo>
                <a:lnTo>
                  <a:pt x="1640367" y="593417"/>
                </a:lnTo>
                <a:lnTo>
                  <a:pt x="1653607" y="595846"/>
                </a:lnTo>
                <a:lnTo>
                  <a:pt x="1661417" y="584959"/>
                </a:lnTo>
                <a:lnTo>
                  <a:pt x="1668847" y="599484"/>
                </a:lnTo>
                <a:lnTo>
                  <a:pt x="1662055" y="609019"/>
                </a:lnTo>
                <a:lnTo>
                  <a:pt x="1667608" y="622506"/>
                </a:lnTo>
                <a:lnTo>
                  <a:pt x="1675476" y="626926"/>
                </a:lnTo>
                <a:lnTo>
                  <a:pt x="1682410" y="621335"/>
                </a:lnTo>
                <a:lnTo>
                  <a:pt x="1681534" y="608705"/>
                </a:lnTo>
                <a:lnTo>
                  <a:pt x="1689125" y="605981"/>
                </a:lnTo>
                <a:lnTo>
                  <a:pt x="1682486" y="598360"/>
                </a:lnTo>
                <a:lnTo>
                  <a:pt x="1693345" y="600418"/>
                </a:lnTo>
                <a:lnTo>
                  <a:pt x="1700022" y="591607"/>
                </a:lnTo>
                <a:lnTo>
                  <a:pt x="1700898" y="576948"/>
                </a:lnTo>
                <a:lnTo>
                  <a:pt x="1702146" y="581311"/>
                </a:lnTo>
                <a:lnTo>
                  <a:pt x="1712052" y="576767"/>
                </a:lnTo>
                <a:lnTo>
                  <a:pt x="1718901" y="597256"/>
                </a:lnTo>
                <a:lnTo>
                  <a:pt x="1732826" y="595617"/>
                </a:lnTo>
                <a:lnTo>
                  <a:pt x="1738360" y="604990"/>
                </a:lnTo>
                <a:lnTo>
                  <a:pt x="1749038" y="601999"/>
                </a:lnTo>
                <a:lnTo>
                  <a:pt x="1754715" y="585702"/>
                </a:lnTo>
                <a:lnTo>
                  <a:pt x="1768288" y="590436"/>
                </a:lnTo>
                <a:lnTo>
                  <a:pt x="1761125" y="600732"/>
                </a:lnTo>
                <a:lnTo>
                  <a:pt x="1778718" y="606009"/>
                </a:lnTo>
                <a:lnTo>
                  <a:pt x="1783194" y="616163"/>
                </a:lnTo>
                <a:lnTo>
                  <a:pt x="1796548" y="615505"/>
                </a:lnTo>
                <a:lnTo>
                  <a:pt x="1809255" y="634375"/>
                </a:lnTo>
                <a:lnTo>
                  <a:pt x="1818913" y="617611"/>
                </a:lnTo>
                <a:lnTo>
                  <a:pt x="1838582" y="618896"/>
                </a:lnTo>
                <a:lnTo>
                  <a:pt x="1843764" y="602685"/>
                </a:lnTo>
                <a:lnTo>
                  <a:pt x="1865833" y="602123"/>
                </a:lnTo>
                <a:lnTo>
                  <a:pt x="1870662" y="596608"/>
                </a:lnTo>
                <a:lnTo>
                  <a:pt x="1878768" y="598084"/>
                </a:lnTo>
                <a:lnTo>
                  <a:pt x="1880321" y="592360"/>
                </a:lnTo>
                <a:lnTo>
                  <a:pt x="1897104" y="603133"/>
                </a:lnTo>
                <a:lnTo>
                  <a:pt x="1902657" y="597741"/>
                </a:lnTo>
                <a:lnTo>
                  <a:pt x="1908343" y="601399"/>
                </a:lnTo>
                <a:lnTo>
                  <a:pt x="1911020" y="591150"/>
                </a:lnTo>
                <a:lnTo>
                  <a:pt x="1921221" y="592674"/>
                </a:lnTo>
                <a:lnTo>
                  <a:pt x="1937871" y="582320"/>
                </a:lnTo>
                <a:lnTo>
                  <a:pt x="1944786" y="583149"/>
                </a:lnTo>
                <a:lnTo>
                  <a:pt x="1947272" y="593608"/>
                </a:lnTo>
                <a:lnTo>
                  <a:pt x="1991458" y="594455"/>
                </a:lnTo>
                <a:lnTo>
                  <a:pt x="2001860" y="576110"/>
                </a:lnTo>
                <a:lnTo>
                  <a:pt x="2019357" y="581682"/>
                </a:lnTo>
                <a:lnTo>
                  <a:pt x="2032911" y="596694"/>
                </a:lnTo>
                <a:lnTo>
                  <a:pt x="2046246" y="596894"/>
                </a:lnTo>
                <a:lnTo>
                  <a:pt x="2063639" y="620839"/>
                </a:lnTo>
                <a:lnTo>
                  <a:pt x="2081022" y="619039"/>
                </a:lnTo>
                <a:lnTo>
                  <a:pt x="2087309" y="630117"/>
                </a:lnTo>
                <a:lnTo>
                  <a:pt x="2101120" y="631869"/>
                </a:lnTo>
                <a:lnTo>
                  <a:pt x="2102796" y="636584"/>
                </a:lnTo>
                <a:lnTo>
                  <a:pt x="2113664" y="634489"/>
                </a:lnTo>
                <a:lnTo>
                  <a:pt x="2123999" y="647148"/>
                </a:lnTo>
                <a:lnTo>
                  <a:pt x="2134495" y="640985"/>
                </a:lnTo>
                <a:lnTo>
                  <a:pt x="2134819" y="650815"/>
                </a:lnTo>
                <a:lnTo>
                  <a:pt x="2147335" y="654044"/>
                </a:lnTo>
                <a:lnTo>
                  <a:pt x="2146297" y="660511"/>
                </a:lnTo>
                <a:lnTo>
                  <a:pt x="2160603" y="660149"/>
                </a:lnTo>
                <a:lnTo>
                  <a:pt x="2170281" y="652748"/>
                </a:lnTo>
                <a:lnTo>
                  <a:pt x="2174939" y="659635"/>
                </a:lnTo>
                <a:lnTo>
                  <a:pt x="2182187" y="651243"/>
                </a:lnTo>
                <a:lnTo>
                  <a:pt x="2192607" y="659463"/>
                </a:lnTo>
                <a:lnTo>
                  <a:pt x="2201351" y="655063"/>
                </a:lnTo>
                <a:lnTo>
                  <a:pt x="2206476" y="659149"/>
                </a:lnTo>
                <a:lnTo>
                  <a:pt x="2213486" y="985961"/>
                </a:lnTo>
                <a:lnTo>
                  <a:pt x="2238051" y="1006745"/>
                </a:lnTo>
                <a:lnTo>
                  <a:pt x="2252920" y="1030586"/>
                </a:lnTo>
                <a:lnTo>
                  <a:pt x="2257015" y="1047636"/>
                </a:lnTo>
                <a:lnTo>
                  <a:pt x="2251796" y="1070143"/>
                </a:lnTo>
                <a:lnTo>
                  <a:pt x="2258558" y="1080897"/>
                </a:lnTo>
                <a:lnTo>
                  <a:pt x="2271284" y="1085298"/>
                </a:lnTo>
                <a:lnTo>
                  <a:pt x="2267474" y="1094365"/>
                </a:lnTo>
                <a:lnTo>
                  <a:pt x="2281638" y="1109805"/>
                </a:lnTo>
                <a:lnTo>
                  <a:pt x="2279380" y="1128284"/>
                </a:lnTo>
                <a:lnTo>
                  <a:pt x="2291353" y="1135123"/>
                </a:lnTo>
                <a:lnTo>
                  <a:pt x="2295411" y="1154859"/>
                </a:lnTo>
                <a:lnTo>
                  <a:pt x="2307260" y="1152820"/>
                </a:lnTo>
                <a:lnTo>
                  <a:pt x="2304469" y="1171127"/>
                </a:lnTo>
                <a:lnTo>
                  <a:pt x="2311108" y="1185110"/>
                </a:lnTo>
                <a:lnTo>
                  <a:pt x="2301459" y="1194121"/>
                </a:lnTo>
                <a:lnTo>
                  <a:pt x="2309851" y="1203979"/>
                </a:lnTo>
                <a:lnTo>
                  <a:pt x="2302726" y="1214847"/>
                </a:lnTo>
                <a:lnTo>
                  <a:pt x="2304250" y="1231640"/>
                </a:lnTo>
                <a:lnTo>
                  <a:pt x="2273722" y="1288418"/>
                </a:lnTo>
                <a:lnTo>
                  <a:pt x="2281819" y="1308887"/>
                </a:lnTo>
                <a:lnTo>
                  <a:pt x="2271341" y="1319613"/>
                </a:lnTo>
                <a:lnTo>
                  <a:pt x="2270160" y="1331566"/>
                </a:lnTo>
                <a:lnTo>
                  <a:pt x="2281047" y="1342187"/>
                </a:lnTo>
                <a:lnTo>
                  <a:pt x="2278828" y="1357122"/>
                </a:lnTo>
                <a:lnTo>
                  <a:pt x="2285057" y="1371267"/>
                </a:lnTo>
                <a:lnTo>
                  <a:pt x="2277085" y="1382982"/>
                </a:lnTo>
                <a:lnTo>
                  <a:pt x="2283457" y="1388440"/>
                </a:lnTo>
                <a:lnTo>
                  <a:pt x="2243442" y="1441418"/>
                </a:lnTo>
                <a:lnTo>
                  <a:pt x="2260359" y="1468279"/>
                </a:lnTo>
                <a:lnTo>
                  <a:pt x="2213762" y="1473127"/>
                </a:lnTo>
                <a:lnTo>
                  <a:pt x="2124056" y="1514827"/>
                </a:lnTo>
                <a:lnTo>
                  <a:pt x="2090995" y="1537449"/>
                </a:lnTo>
                <a:lnTo>
                  <a:pt x="2108321" y="1514323"/>
                </a:lnTo>
                <a:lnTo>
                  <a:pt x="2147097" y="1496892"/>
                </a:lnTo>
                <a:lnTo>
                  <a:pt x="2137200" y="1498654"/>
                </a:lnTo>
                <a:lnTo>
                  <a:pt x="2130542" y="1492310"/>
                </a:lnTo>
                <a:lnTo>
                  <a:pt x="2090137" y="1502131"/>
                </a:lnTo>
                <a:lnTo>
                  <a:pt x="2106006" y="1468784"/>
                </a:lnTo>
                <a:lnTo>
                  <a:pt x="2106044" y="1455601"/>
                </a:lnTo>
                <a:lnTo>
                  <a:pt x="2097043" y="1447657"/>
                </a:lnTo>
                <a:lnTo>
                  <a:pt x="2083184" y="1455201"/>
                </a:lnTo>
                <a:lnTo>
                  <a:pt x="2069497" y="1475242"/>
                </a:lnTo>
                <a:lnTo>
                  <a:pt x="2057876" y="1467441"/>
                </a:lnTo>
                <a:lnTo>
                  <a:pt x="2057905" y="1474946"/>
                </a:lnTo>
                <a:lnTo>
                  <a:pt x="2052647" y="1471632"/>
                </a:lnTo>
                <a:lnTo>
                  <a:pt x="2047370" y="1480052"/>
                </a:lnTo>
                <a:lnTo>
                  <a:pt x="2053161" y="1487824"/>
                </a:lnTo>
                <a:lnTo>
                  <a:pt x="2047075" y="1497673"/>
                </a:lnTo>
                <a:lnTo>
                  <a:pt x="2053761" y="1506712"/>
                </a:lnTo>
                <a:lnTo>
                  <a:pt x="2066925" y="1509551"/>
                </a:lnTo>
                <a:lnTo>
                  <a:pt x="2059353" y="1515961"/>
                </a:lnTo>
                <a:lnTo>
                  <a:pt x="2070230" y="1522724"/>
                </a:lnTo>
                <a:lnTo>
                  <a:pt x="2070192" y="1548813"/>
                </a:lnTo>
                <a:lnTo>
                  <a:pt x="2033178" y="1577235"/>
                </a:lnTo>
                <a:lnTo>
                  <a:pt x="2030654" y="1572644"/>
                </a:lnTo>
                <a:lnTo>
                  <a:pt x="2022338" y="1574082"/>
                </a:lnTo>
                <a:lnTo>
                  <a:pt x="2021253" y="1589827"/>
                </a:lnTo>
                <a:lnTo>
                  <a:pt x="2025015" y="1594523"/>
                </a:lnTo>
                <a:lnTo>
                  <a:pt x="2050485" y="1574778"/>
                </a:lnTo>
                <a:lnTo>
                  <a:pt x="2082736" y="1549108"/>
                </a:lnTo>
                <a:lnTo>
                  <a:pt x="2085203" y="1539202"/>
                </a:lnTo>
                <a:lnTo>
                  <a:pt x="2099072" y="1544745"/>
                </a:lnTo>
                <a:lnTo>
                  <a:pt x="2036464" y="1590170"/>
                </a:lnTo>
                <a:lnTo>
                  <a:pt x="1982038" y="1641567"/>
                </a:lnTo>
                <a:lnTo>
                  <a:pt x="1828752" y="1719729"/>
                </a:lnTo>
                <a:lnTo>
                  <a:pt x="1787757" y="1755800"/>
                </a:lnTo>
                <a:lnTo>
                  <a:pt x="1736617" y="1787281"/>
                </a:lnTo>
                <a:lnTo>
                  <a:pt x="1694231" y="1827114"/>
                </a:lnTo>
                <a:lnTo>
                  <a:pt x="1635766" y="1921926"/>
                </a:lnTo>
                <a:lnTo>
                  <a:pt x="1613459" y="1995726"/>
                </a:lnTo>
                <a:lnTo>
                  <a:pt x="1613573" y="2051104"/>
                </a:lnTo>
                <a:lnTo>
                  <a:pt x="1643844" y="2171405"/>
                </a:lnTo>
                <a:lnTo>
                  <a:pt x="1648463" y="2218582"/>
                </a:lnTo>
                <a:lnTo>
                  <a:pt x="1633747" y="2143925"/>
                </a:lnTo>
                <a:lnTo>
                  <a:pt x="1609154" y="2068649"/>
                </a:lnTo>
                <a:lnTo>
                  <a:pt x="1608115" y="2003508"/>
                </a:lnTo>
                <a:lnTo>
                  <a:pt x="1615964" y="1954540"/>
                </a:lnTo>
                <a:lnTo>
                  <a:pt x="1669180" y="1838830"/>
                </a:lnTo>
                <a:lnTo>
                  <a:pt x="1681315" y="1832219"/>
                </a:lnTo>
                <a:lnTo>
                  <a:pt x="1707013" y="1794472"/>
                </a:lnTo>
                <a:lnTo>
                  <a:pt x="1711728" y="1796320"/>
                </a:lnTo>
                <a:lnTo>
                  <a:pt x="1717900" y="1786347"/>
                </a:lnTo>
                <a:lnTo>
                  <a:pt x="1733874" y="1781823"/>
                </a:lnTo>
                <a:lnTo>
                  <a:pt x="1759010" y="1760706"/>
                </a:lnTo>
                <a:lnTo>
                  <a:pt x="1788195" y="1750543"/>
                </a:lnTo>
                <a:lnTo>
                  <a:pt x="1785985" y="1742799"/>
                </a:lnTo>
                <a:lnTo>
                  <a:pt x="1792043" y="1735207"/>
                </a:lnTo>
                <a:lnTo>
                  <a:pt x="1746856" y="1757239"/>
                </a:lnTo>
                <a:lnTo>
                  <a:pt x="1739551" y="1749038"/>
                </a:lnTo>
                <a:lnTo>
                  <a:pt x="1738713" y="1736979"/>
                </a:lnTo>
                <a:lnTo>
                  <a:pt x="1728054" y="1736160"/>
                </a:lnTo>
                <a:lnTo>
                  <a:pt x="1720272" y="1761049"/>
                </a:lnTo>
                <a:lnTo>
                  <a:pt x="1721844" y="1774803"/>
                </a:lnTo>
                <a:lnTo>
                  <a:pt x="1696907" y="1795396"/>
                </a:lnTo>
                <a:lnTo>
                  <a:pt x="1683515" y="1792719"/>
                </a:lnTo>
                <a:lnTo>
                  <a:pt x="1678200" y="1782394"/>
                </a:lnTo>
                <a:lnTo>
                  <a:pt x="1657826" y="1791262"/>
                </a:lnTo>
                <a:lnTo>
                  <a:pt x="1644720" y="1805264"/>
                </a:lnTo>
                <a:lnTo>
                  <a:pt x="1659350" y="1814874"/>
                </a:lnTo>
                <a:lnTo>
                  <a:pt x="1676200" y="1796825"/>
                </a:lnTo>
                <a:lnTo>
                  <a:pt x="1679934" y="1812226"/>
                </a:lnTo>
                <a:lnTo>
                  <a:pt x="1649606" y="1857080"/>
                </a:lnTo>
                <a:lnTo>
                  <a:pt x="1642577" y="1856661"/>
                </a:lnTo>
                <a:lnTo>
                  <a:pt x="1633766" y="1844945"/>
                </a:lnTo>
                <a:lnTo>
                  <a:pt x="1589170" y="1846688"/>
                </a:lnTo>
                <a:lnTo>
                  <a:pt x="1596914" y="1856337"/>
                </a:lnTo>
                <a:lnTo>
                  <a:pt x="1614154" y="1853756"/>
                </a:lnTo>
                <a:lnTo>
                  <a:pt x="1611354" y="1865119"/>
                </a:lnTo>
                <a:lnTo>
                  <a:pt x="1615850" y="1873739"/>
                </a:lnTo>
                <a:lnTo>
                  <a:pt x="1636900" y="1883359"/>
                </a:lnTo>
                <a:lnTo>
                  <a:pt x="1607801" y="1958988"/>
                </a:lnTo>
                <a:lnTo>
                  <a:pt x="1583960" y="1969265"/>
                </a:lnTo>
                <a:lnTo>
                  <a:pt x="1581255" y="1966693"/>
                </a:lnTo>
                <a:lnTo>
                  <a:pt x="1593152" y="1956968"/>
                </a:lnTo>
                <a:lnTo>
                  <a:pt x="1589932" y="1951120"/>
                </a:lnTo>
                <a:lnTo>
                  <a:pt x="1563853" y="1970513"/>
                </a:lnTo>
                <a:lnTo>
                  <a:pt x="1565834" y="1976342"/>
                </a:lnTo>
                <a:lnTo>
                  <a:pt x="1581807" y="1979457"/>
                </a:lnTo>
                <a:lnTo>
                  <a:pt x="1604048" y="1972580"/>
                </a:lnTo>
                <a:lnTo>
                  <a:pt x="1592428" y="2067116"/>
                </a:lnTo>
                <a:lnTo>
                  <a:pt x="1597962" y="2108025"/>
                </a:lnTo>
                <a:lnTo>
                  <a:pt x="1604010" y="2136010"/>
                </a:lnTo>
                <a:lnTo>
                  <a:pt x="1611763" y="2139553"/>
                </a:lnTo>
                <a:lnTo>
                  <a:pt x="1626660" y="2177386"/>
                </a:lnTo>
                <a:lnTo>
                  <a:pt x="1623041" y="2209371"/>
                </a:lnTo>
                <a:lnTo>
                  <a:pt x="1629308" y="2216534"/>
                </a:lnTo>
                <a:lnTo>
                  <a:pt x="1642729" y="2218649"/>
                </a:lnTo>
                <a:lnTo>
                  <a:pt x="1643272" y="2223545"/>
                </a:lnTo>
                <a:lnTo>
                  <a:pt x="1651692" y="2221849"/>
                </a:lnTo>
                <a:lnTo>
                  <a:pt x="1652216" y="2244347"/>
                </a:lnTo>
                <a:lnTo>
                  <a:pt x="1613830" y="2249605"/>
                </a:lnTo>
                <a:lnTo>
                  <a:pt x="1609334" y="2267102"/>
                </a:lnTo>
                <a:lnTo>
                  <a:pt x="1581302" y="2257120"/>
                </a:lnTo>
                <a:lnTo>
                  <a:pt x="1557680" y="2228850"/>
                </a:lnTo>
                <a:lnTo>
                  <a:pt x="1513037" y="2218753"/>
                </a:lnTo>
                <a:lnTo>
                  <a:pt x="1486186" y="2218172"/>
                </a:lnTo>
                <a:lnTo>
                  <a:pt x="1484100" y="2223335"/>
                </a:lnTo>
                <a:lnTo>
                  <a:pt x="1476442" y="2217049"/>
                </a:lnTo>
                <a:lnTo>
                  <a:pt x="1454372" y="2219601"/>
                </a:lnTo>
                <a:lnTo>
                  <a:pt x="1407309" y="2184625"/>
                </a:lnTo>
                <a:lnTo>
                  <a:pt x="1397937" y="2185635"/>
                </a:lnTo>
                <a:lnTo>
                  <a:pt x="1379611" y="2176091"/>
                </a:lnTo>
                <a:lnTo>
                  <a:pt x="1366256" y="2180120"/>
                </a:lnTo>
                <a:lnTo>
                  <a:pt x="1341082" y="2151888"/>
                </a:lnTo>
                <a:lnTo>
                  <a:pt x="1325289" y="2153860"/>
                </a:lnTo>
                <a:lnTo>
                  <a:pt x="1299058" y="2141772"/>
                </a:lnTo>
                <a:lnTo>
                  <a:pt x="1289047" y="2144201"/>
                </a:lnTo>
                <a:lnTo>
                  <a:pt x="1283894" y="2136753"/>
                </a:lnTo>
                <a:lnTo>
                  <a:pt x="1285989" y="2123103"/>
                </a:lnTo>
                <a:lnTo>
                  <a:pt x="1273931" y="2114436"/>
                </a:lnTo>
                <a:lnTo>
                  <a:pt x="1268054" y="2076069"/>
                </a:lnTo>
                <a:lnTo>
                  <a:pt x="1257710" y="2051190"/>
                </a:lnTo>
                <a:lnTo>
                  <a:pt x="1225791" y="2012833"/>
                </a:lnTo>
                <a:lnTo>
                  <a:pt x="1228420" y="1965903"/>
                </a:lnTo>
                <a:lnTo>
                  <a:pt x="1211028" y="1951549"/>
                </a:lnTo>
                <a:lnTo>
                  <a:pt x="1217324" y="1947177"/>
                </a:lnTo>
                <a:lnTo>
                  <a:pt x="1222943" y="1917659"/>
                </a:lnTo>
                <a:lnTo>
                  <a:pt x="1214190" y="1913744"/>
                </a:lnTo>
                <a:lnTo>
                  <a:pt x="1217705" y="1899523"/>
                </a:lnTo>
                <a:lnTo>
                  <a:pt x="1210142" y="1889617"/>
                </a:lnTo>
                <a:lnTo>
                  <a:pt x="1204522" y="1891598"/>
                </a:lnTo>
                <a:lnTo>
                  <a:pt x="1202693" y="1884064"/>
                </a:lnTo>
                <a:lnTo>
                  <a:pt x="1194683" y="1886483"/>
                </a:lnTo>
                <a:lnTo>
                  <a:pt x="1189387" y="1879387"/>
                </a:lnTo>
                <a:lnTo>
                  <a:pt x="1181491" y="1879406"/>
                </a:lnTo>
                <a:lnTo>
                  <a:pt x="1163641" y="1854708"/>
                </a:lnTo>
                <a:lnTo>
                  <a:pt x="1158288" y="1856051"/>
                </a:lnTo>
                <a:lnTo>
                  <a:pt x="1142133" y="1819237"/>
                </a:lnTo>
                <a:lnTo>
                  <a:pt x="1143457" y="1810893"/>
                </a:lnTo>
                <a:lnTo>
                  <a:pt x="1132580" y="1807616"/>
                </a:lnTo>
                <a:lnTo>
                  <a:pt x="1116949" y="1775889"/>
                </a:lnTo>
                <a:lnTo>
                  <a:pt x="1094423" y="1765278"/>
                </a:lnTo>
                <a:lnTo>
                  <a:pt x="1092565" y="1756496"/>
                </a:lnTo>
                <a:lnTo>
                  <a:pt x="1080240" y="1747361"/>
                </a:lnTo>
                <a:lnTo>
                  <a:pt x="1067686" y="1704423"/>
                </a:lnTo>
                <a:lnTo>
                  <a:pt x="1074210" y="1700136"/>
                </a:lnTo>
                <a:lnTo>
                  <a:pt x="1064285" y="1696241"/>
                </a:lnTo>
                <a:lnTo>
                  <a:pt x="1063200" y="1681810"/>
                </a:lnTo>
                <a:lnTo>
                  <a:pt x="1045283" y="1664932"/>
                </a:lnTo>
                <a:lnTo>
                  <a:pt x="1040225" y="1634719"/>
                </a:lnTo>
                <a:lnTo>
                  <a:pt x="1029100" y="1614183"/>
                </a:lnTo>
                <a:lnTo>
                  <a:pt x="1022194" y="1611297"/>
                </a:lnTo>
                <a:lnTo>
                  <a:pt x="1017880" y="1572425"/>
                </a:lnTo>
                <a:lnTo>
                  <a:pt x="1000763" y="1557252"/>
                </a:lnTo>
                <a:lnTo>
                  <a:pt x="997039" y="1540707"/>
                </a:lnTo>
                <a:lnTo>
                  <a:pt x="959701" y="1513399"/>
                </a:lnTo>
                <a:lnTo>
                  <a:pt x="951719" y="1494206"/>
                </a:lnTo>
                <a:lnTo>
                  <a:pt x="936631" y="1490358"/>
                </a:lnTo>
                <a:lnTo>
                  <a:pt x="931764" y="1481471"/>
                </a:lnTo>
                <a:lnTo>
                  <a:pt x="917153" y="1479461"/>
                </a:lnTo>
                <a:lnTo>
                  <a:pt x="918839" y="1457582"/>
                </a:lnTo>
                <a:lnTo>
                  <a:pt x="908656" y="1466974"/>
                </a:lnTo>
                <a:lnTo>
                  <a:pt x="908447" y="1452239"/>
                </a:lnTo>
                <a:lnTo>
                  <a:pt x="899427" y="1449781"/>
                </a:lnTo>
                <a:lnTo>
                  <a:pt x="890902" y="1428683"/>
                </a:lnTo>
                <a:lnTo>
                  <a:pt x="880396" y="1423054"/>
                </a:lnTo>
                <a:lnTo>
                  <a:pt x="871585" y="1426921"/>
                </a:lnTo>
                <a:lnTo>
                  <a:pt x="867689" y="1418901"/>
                </a:lnTo>
                <a:lnTo>
                  <a:pt x="849192" y="1426731"/>
                </a:lnTo>
                <a:lnTo>
                  <a:pt x="812606" y="1414577"/>
                </a:lnTo>
                <a:lnTo>
                  <a:pt x="765048" y="1413558"/>
                </a:lnTo>
                <a:lnTo>
                  <a:pt x="753104" y="1401070"/>
                </a:lnTo>
                <a:lnTo>
                  <a:pt x="729301" y="1393127"/>
                </a:lnTo>
                <a:lnTo>
                  <a:pt x="720919" y="1399584"/>
                </a:lnTo>
                <a:lnTo>
                  <a:pt x="715832" y="1415644"/>
                </a:lnTo>
                <a:lnTo>
                  <a:pt x="694134" y="1410757"/>
                </a:lnTo>
                <a:lnTo>
                  <a:pt x="688076" y="1416939"/>
                </a:lnTo>
                <a:lnTo>
                  <a:pt x="682904" y="1413139"/>
                </a:lnTo>
                <a:lnTo>
                  <a:pt x="663035" y="1417996"/>
                </a:lnTo>
                <a:lnTo>
                  <a:pt x="636099" y="1461192"/>
                </a:lnTo>
                <a:lnTo>
                  <a:pt x="627431" y="1494882"/>
                </a:lnTo>
                <a:lnTo>
                  <a:pt x="619906" y="1496416"/>
                </a:lnTo>
                <a:lnTo>
                  <a:pt x="614486" y="1514399"/>
                </a:lnTo>
                <a:lnTo>
                  <a:pt x="621116" y="1522190"/>
                </a:lnTo>
                <a:lnTo>
                  <a:pt x="597237" y="1529915"/>
                </a:lnTo>
                <a:lnTo>
                  <a:pt x="592712" y="1540821"/>
                </a:lnTo>
                <a:lnTo>
                  <a:pt x="576167" y="1553794"/>
                </a:lnTo>
                <a:lnTo>
                  <a:pt x="572310" y="1568625"/>
                </a:lnTo>
                <a:lnTo>
                  <a:pt x="542620" y="1567644"/>
                </a:lnTo>
                <a:lnTo>
                  <a:pt x="533257" y="1554270"/>
                </a:lnTo>
                <a:lnTo>
                  <a:pt x="527980" y="1558223"/>
                </a:lnTo>
                <a:lnTo>
                  <a:pt x="516398" y="1552432"/>
                </a:lnTo>
                <a:lnTo>
                  <a:pt x="500291" y="1531325"/>
                </a:lnTo>
                <a:lnTo>
                  <a:pt x="466830" y="1518685"/>
                </a:lnTo>
                <a:lnTo>
                  <a:pt x="454123" y="1501292"/>
                </a:lnTo>
                <a:lnTo>
                  <a:pt x="410347" y="1485757"/>
                </a:lnTo>
                <a:lnTo>
                  <a:pt x="388544" y="1467336"/>
                </a:lnTo>
                <a:lnTo>
                  <a:pt x="377762" y="1446047"/>
                </a:lnTo>
                <a:lnTo>
                  <a:pt x="359712" y="1439608"/>
                </a:lnTo>
                <a:lnTo>
                  <a:pt x="331346" y="1412062"/>
                </a:lnTo>
                <a:lnTo>
                  <a:pt x="305724" y="1350083"/>
                </a:lnTo>
                <a:lnTo>
                  <a:pt x="303257" y="1323461"/>
                </a:lnTo>
                <a:lnTo>
                  <a:pt x="309220" y="1297038"/>
                </a:lnTo>
                <a:lnTo>
                  <a:pt x="298247" y="1270530"/>
                </a:lnTo>
                <a:lnTo>
                  <a:pt x="282483" y="1250356"/>
                </a:lnTo>
                <a:lnTo>
                  <a:pt x="275025" y="1204693"/>
                </a:lnTo>
                <a:lnTo>
                  <a:pt x="266710" y="1202769"/>
                </a:lnTo>
                <a:lnTo>
                  <a:pt x="262023" y="1186434"/>
                </a:lnTo>
                <a:lnTo>
                  <a:pt x="252155" y="1185434"/>
                </a:lnTo>
                <a:lnTo>
                  <a:pt x="230657" y="1161164"/>
                </a:lnTo>
                <a:lnTo>
                  <a:pt x="196548" y="1145048"/>
                </a:lnTo>
                <a:lnTo>
                  <a:pt x="196339" y="1137475"/>
                </a:lnTo>
                <a:lnTo>
                  <a:pt x="170469" y="1113615"/>
                </a:lnTo>
                <a:lnTo>
                  <a:pt x="164287" y="1093584"/>
                </a:lnTo>
                <a:lnTo>
                  <a:pt x="136036" y="1072991"/>
                </a:lnTo>
                <a:lnTo>
                  <a:pt x="121691" y="1045921"/>
                </a:lnTo>
                <a:lnTo>
                  <a:pt x="110157" y="1038387"/>
                </a:lnTo>
                <a:lnTo>
                  <a:pt x="108433" y="1028529"/>
                </a:lnTo>
                <a:lnTo>
                  <a:pt x="66313" y="1002754"/>
                </a:lnTo>
                <a:lnTo>
                  <a:pt x="41548" y="944070"/>
                </a:lnTo>
                <a:lnTo>
                  <a:pt x="29947" y="935907"/>
                </a:lnTo>
                <a:lnTo>
                  <a:pt x="22898" y="938584"/>
                </a:lnTo>
                <a:lnTo>
                  <a:pt x="0" y="911219"/>
                </a:lnTo>
                <a:lnTo>
                  <a:pt x="6182" y="883634"/>
                </a:lnTo>
                <a:lnTo>
                  <a:pt x="628307" y="941670"/>
                </a:lnTo>
                <a:lnTo>
                  <a:pt x="702173" y="0"/>
                </a:lnTo>
                <a:close/>
              </a:path>
            </a:pathLst>
          </a:custGeom>
          <a:solidFill>
            <a:srgbClr val="006BA6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15" name="State - GA - Georgia"/>
          <p:cNvSpPr/>
          <p:nvPr/>
        </p:nvSpPr>
        <p:spPr>
          <a:xfrm>
            <a:off x="8293170" y="4302309"/>
            <a:ext cx="897131" cy="939889"/>
          </a:xfrm>
          <a:custGeom>
            <a:avLst/>
            <a:gdLst/>
            <a:ahLst/>
            <a:cxnLst/>
            <a:rect l="l" t="t" r="r" b="b"/>
            <a:pathLst>
              <a:path w="897131" h="939889">
                <a:moveTo>
                  <a:pt x="0" y="54959"/>
                </a:moveTo>
                <a:lnTo>
                  <a:pt x="418862" y="0"/>
                </a:lnTo>
                <a:lnTo>
                  <a:pt x="418509" y="13097"/>
                </a:lnTo>
                <a:lnTo>
                  <a:pt x="400726" y="28670"/>
                </a:lnTo>
                <a:lnTo>
                  <a:pt x="388658" y="48806"/>
                </a:lnTo>
                <a:lnTo>
                  <a:pt x="389172" y="71571"/>
                </a:lnTo>
                <a:lnTo>
                  <a:pt x="409165" y="83858"/>
                </a:lnTo>
                <a:lnTo>
                  <a:pt x="419738" y="83668"/>
                </a:lnTo>
                <a:lnTo>
                  <a:pt x="446018" y="105928"/>
                </a:lnTo>
                <a:lnTo>
                  <a:pt x="472888" y="103956"/>
                </a:lnTo>
                <a:lnTo>
                  <a:pt x="483118" y="125692"/>
                </a:lnTo>
                <a:lnTo>
                  <a:pt x="500958" y="144323"/>
                </a:lnTo>
                <a:lnTo>
                  <a:pt x="509273" y="167726"/>
                </a:lnTo>
                <a:lnTo>
                  <a:pt x="523856" y="178032"/>
                </a:lnTo>
                <a:lnTo>
                  <a:pt x="542563" y="206512"/>
                </a:lnTo>
                <a:lnTo>
                  <a:pt x="585778" y="226866"/>
                </a:lnTo>
                <a:lnTo>
                  <a:pt x="600913" y="238973"/>
                </a:lnTo>
                <a:lnTo>
                  <a:pt x="615353" y="264795"/>
                </a:lnTo>
                <a:lnTo>
                  <a:pt x="640928" y="273129"/>
                </a:lnTo>
                <a:lnTo>
                  <a:pt x="653606" y="287636"/>
                </a:lnTo>
                <a:lnTo>
                  <a:pt x="664512" y="291017"/>
                </a:lnTo>
                <a:lnTo>
                  <a:pt x="665874" y="315839"/>
                </a:lnTo>
                <a:lnTo>
                  <a:pt x="682857" y="321393"/>
                </a:lnTo>
                <a:lnTo>
                  <a:pt x="683876" y="333804"/>
                </a:lnTo>
                <a:lnTo>
                  <a:pt x="693029" y="340081"/>
                </a:lnTo>
                <a:lnTo>
                  <a:pt x="699059" y="337899"/>
                </a:lnTo>
                <a:lnTo>
                  <a:pt x="705736" y="353006"/>
                </a:lnTo>
                <a:lnTo>
                  <a:pt x="729701" y="359445"/>
                </a:lnTo>
                <a:lnTo>
                  <a:pt x="753047" y="373809"/>
                </a:lnTo>
                <a:lnTo>
                  <a:pt x="753656" y="389411"/>
                </a:lnTo>
                <a:lnTo>
                  <a:pt x="771916" y="411442"/>
                </a:lnTo>
                <a:lnTo>
                  <a:pt x="773992" y="435778"/>
                </a:lnTo>
                <a:lnTo>
                  <a:pt x="781545" y="445294"/>
                </a:lnTo>
                <a:lnTo>
                  <a:pt x="777840" y="450561"/>
                </a:lnTo>
                <a:lnTo>
                  <a:pt x="788432" y="460010"/>
                </a:lnTo>
                <a:lnTo>
                  <a:pt x="803872" y="461982"/>
                </a:lnTo>
                <a:lnTo>
                  <a:pt x="823170" y="478546"/>
                </a:lnTo>
                <a:lnTo>
                  <a:pt x="821322" y="487375"/>
                </a:lnTo>
                <a:lnTo>
                  <a:pt x="839486" y="509616"/>
                </a:lnTo>
                <a:lnTo>
                  <a:pt x="835571" y="523275"/>
                </a:lnTo>
                <a:lnTo>
                  <a:pt x="846506" y="548316"/>
                </a:lnTo>
                <a:lnTo>
                  <a:pt x="859184" y="553164"/>
                </a:lnTo>
                <a:lnTo>
                  <a:pt x="867013" y="548792"/>
                </a:lnTo>
                <a:lnTo>
                  <a:pt x="882815" y="559184"/>
                </a:lnTo>
                <a:lnTo>
                  <a:pt x="897131" y="560051"/>
                </a:lnTo>
                <a:lnTo>
                  <a:pt x="895540" y="571938"/>
                </a:lnTo>
                <a:lnTo>
                  <a:pt x="877433" y="580787"/>
                </a:lnTo>
                <a:lnTo>
                  <a:pt x="885073" y="586369"/>
                </a:lnTo>
                <a:lnTo>
                  <a:pt x="876652" y="598637"/>
                </a:lnTo>
                <a:lnTo>
                  <a:pt x="863394" y="596617"/>
                </a:lnTo>
                <a:lnTo>
                  <a:pt x="863136" y="606847"/>
                </a:lnTo>
                <a:lnTo>
                  <a:pt x="870442" y="609143"/>
                </a:lnTo>
                <a:lnTo>
                  <a:pt x="866442" y="619096"/>
                </a:lnTo>
                <a:lnTo>
                  <a:pt x="857060" y="630326"/>
                </a:lnTo>
                <a:lnTo>
                  <a:pt x="844448" y="633003"/>
                </a:lnTo>
                <a:lnTo>
                  <a:pt x="857850" y="635908"/>
                </a:lnTo>
                <a:lnTo>
                  <a:pt x="859803" y="650939"/>
                </a:lnTo>
                <a:lnTo>
                  <a:pt x="855078" y="665959"/>
                </a:lnTo>
                <a:lnTo>
                  <a:pt x="840134" y="669922"/>
                </a:lnTo>
                <a:lnTo>
                  <a:pt x="855612" y="674103"/>
                </a:lnTo>
                <a:lnTo>
                  <a:pt x="842705" y="707841"/>
                </a:lnTo>
                <a:lnTo>
                  <a:pt x="843296" y="716366"/>
                </a:lnTo>
                <a:lnTo>
                  <a:pt x="848573" y="717880"/>
                </a:lnTo>
                <a:lnTo>
                  <a:pt x="846058" y="740359"/>
                </a:lnTo>
                <a:lnTo>
                  <a:pt x="828999" y="759295"/>
                </a:lnTo>
                <a:lnTo>
                  <a:pt x="829094" y="784108"/>
                </a:lnTo>
                <a:lnTo>
                  <a:pt x="817464" y="794185"/>
                </a:lnTo>
                <a:lnTo>
                  <a:pt x="829875" y="796690"/>
                </a:lnTo>
                <a:lnTo>
                  <a:pt x="832447" y="791832"/>
                </a:lnTo>
                <a:lnTo>
                  <a:pt x="833971" y="795785"/>
                </a:lnTo>
                <a:lnTo>
                  <a:pt x="829980" y="836133"/>
                </a:lnTo>
                <a:lnTo>
                  <a:pt x="834714" y="848125"/>
                </a:lnTo>
                <a:lnTo>
                  <a:pt x="784917" y="848363"/>
                </a:lnTo>
                <a:lnTo>
                  <a:pt x="741769" y="837343"/>
                </a:lnTo>
                <a:lnTo>
                  <a:pt x="739026" y="848096"/>
                </a:lnTo>
                <a:lnTo>
                  <a:pt x="730082" y="847420"/>
                </a:lnTo>
                <a:lnTo>
                  <a:pt x="728167" y="860022"/>
                </a:lnTo>
                <a:lnTo>
                  <a:pt x="729425" y="875481"/>
                </a:lnTo>
                <a:lnTo>
                  <a:pt x="740035" y="893340"/>
                </a:lnTo>
                <a:lnTo>
                  <a:pt x="740150" y="932488"/>
                </a:lnTo>
                <a:lnTo>
                  <a:pt x="718585" y="939889"/>
                </a:lnTo>
                <a:lnTo>
                  <a:pt x="707955" y="927373"/>
                </a:lnTo>
                <a:lnTo>
                  <a:pt x="707698" y="914629"/>
                </a:lnTo>
                <a:lnTo>
                  <a:pt x="700040" y="904770"/>
                </a:lnTo>
                <a:lnTo>
                  <a:pt x="702802" y="897741"/>
                </a:lnTo>
                <a:lnTo>
                  <a:pt x="229172" y="930088"/>
                </a:lnTo>
                <a:lnTo>
                  <a:pt x="219494" y="922658"/>
                </a:lnTo>
                <a:lnTo>
                  <a:pt x="212455" y="896102"/>
                </a:lnTo>
                <a:lnTo>
                  <a:pt x="197891" y="878395"/>
                </a:lnTo>
                <a:lnTo>
                  <a:pt x="189309" y="851316"/>
                </a:lnTo>
                <a:lnTo>
                  <a:pt x="174736" y="836533"/>
                </a:lnTo>
                <a:lnTo>
                  <a:pt x="171345" y="818017"/>
                </a:lnTo>
                <a:lnTo>
                  <a:pt x="177698" y="760781"/>
                </a:lnTo>
                <a:lnTo>
                  <a:pt x="172260" y="744941"/>
                </a:lnTo>
                <a:lnTo>
                  <a:pt x="159420" y="731244"/>
                </a:lnTo>
                <a:lnTo>
                  <a:pt x="153114" y="701583"/>
                </a:lnTo>
                <a:lnTo>
                  <a:pt x="164335" y="663578"/>
                </a:lnTo>
                <a:lnTo>
                  <a:pt x="160525" y="638204"/>
                </a:lnTo>
                <a:lnTo>
                  <a:pt x="186966" y="608571"/>
                </a:lnTo>
                <a:lnTo>
                  <a:pt x="165945" y="598360"/>
                </a:lnTo>
                <a:lnTo>
                  <a:pt x="170193" y="576672"/>
                </a:lnTo>
                <a:lnTo>
                  <a:pt x="140208" y="533267"/>
                </a:lnTo>
                <a:lnTo>
                  <a:pt x="134217" y="506844"/>
                </a:lnTo>
                <a:lnTo>
                  <a:pt x="121358" y="489766"/>
                </a:lnTo>
                <a:lnTo>
                  <a:pt x="1724" y="61722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16" name="State - VA - Virginia"/>
          <p:cNvSpPr/>
          <p:nvPr/>
        </p:nvSpPr>
        <p:spPr>
          <a:xfrm>
            <a:off x="8573471" y="3250530"/>
            <a:ext cx="1310411" cy="730910"/>
          </a:xfrm>
          <a:custGeom>
            <a:avLst/>
            <a:gdLst/>
            <a:ahLst/>
            <a:cxnLst/>
            <a:rect l="l" t="t" r="r" b="b"/>
            <a:pathLst>
              <a:path w="1310411" h="730910">
                <a:moveTo>
                  <a:pt x="251089" y="496891"/>
                </a:moveTo>
                <a:lnTo>
                  <a:pt x="258575" y="501034"/>
                </a:lnTo>
                <a:lnTo>
                  <a:pt x="248755" y="511693"/>
                </a:lnTo>
                <a:lnTo>
                  <a:pt x="259451" y="516779"/>
                </a:lnTo>
                <a:lnTo>
                  <a:pt x="263585" y="533410"/>
                </a:lnTo>
                <a:lnTo>
                  <a:pt x="278111" y="546573"/>
                </a:lnTo>
                <a:lnTo>
                  <a:pt x="292989" y="546449"/>
                </a:lnTo>
                <a:lnTo>
                  <a:pt x="308629" y="559784"/>
                </a:lnTo>
                <a:lnTo>
                  <a:pt x="328651" y="555241"/>
                </a:lnTo>
                <a:lnTo>
                  <a:pt x="335956" y="543573"/>
                </a:lnTo>
                <a:lnTo>
                  <a:pt x="348806" y="538363"/>
                </a:lnTo>
                <a:lnTo>
                  <a:pt x="355568" y="523589"/>
                </a:lnTo>
                <a:lnTo>
                  <a:pt x="381133" y="541487"/>
                </a:lnTo>
                <a:lnTo>
                  <a:pt x="400698" y="528237"/>
                </a:lnTo>
                <a:lnTo>
                  <a:pt x="424082" y="521703"/>
                </a:lnTo>
                <a:lnTo>
                  <a:pt x="438331" y="508549"/>
                </a:lnTo>
                <a:lnTo>
                  <a:pt x="431625" y="501739"/>
                </a:lnTo>
                <a:lnTo>
                  <a:pt x="433930" y="491642"/>
                </a:lnTo>
                <a:lnTo>
                  <a:pt x="450323" y="501186"/>
                </a:lnTo>
                <a:lnTo>
                  <a:pt x="482165" y="474440"/>
                </a:lnTo>
                <a:lnTo>
                  <a:pt x="488452" y="471678"/>
                </a:lnTo>
                <a:lnTo>
                  <a:pt x="496243" y="482908"/>
                </a:lnTo>
                <a:lnTo>
                  <a:pt x="520351" y="461877"/>
                </a:lnTo>
                <a:lnTo>
                  <a:pt x="523646" y="454790"/>
                </a:lnTo>
                <a:lnTo>
                  <a:pt x="515817" y="455514"/>
                </a:lnTo>
                <a:lnTo>
                  <a:pt x="515141" y="449637"/>
                </a:lnTo>
                <a:lnTo>
                  <a:pt x="530276" y="433578"/>
                </a:lnTo>
                <a:lnTo>
                  <a:pt x="515950" y="422319"/>
                </a:lnTo>
                <a:lnTo>
                  <a:pt x="531114" y="380676"/>
                </a:lnTo>
                <a:lnTo>
                  <a:pt x="553002" y="351225"/>
                </a:lnTo>
                <a:lnTo>
                  <a:pt x="560765" y="326146"/>
                </a:lnTo>
                <a:lnTo>
                  <a:pt x="559565" y="309467"/>
                </a:lnTo>
                <a:lnTo>
                  <a:pt x="576977" y="288884"/>
                </a:lnTo>
                <a:lnTo>
                  <a:pt x="572243" y="281588"/>
                </a:lnTo>
                <a:lnTo>
                  <a:pt x="583682" y="267424"/>
                </a:lnTo>
                <a:lnTo>
                  <a:pt x="587673" y="218123"/>
                </a:lnTo>
                <a:lnTo>
                  <a:pt x="606971" y="223428"/>
                </a:lnTo>
                <a:lnTo>
                  <a:pt x="619954" y="241154"/>
                </a:lnTo>
                <a:lnTo>
                  <a:pt x="652205" y="243821"/>
                </a:lnTo>
                <a:lnTo>
                  <a:pt x="667779" y="190414"/>
                </a:lnTo>
                <a:lnTo>
                  <a:pt x="673446" y="188433"/>
                </a:lnTo>
                <a:lnTo>
                  <a:pt x="674770" y="161220"/>
                </a:lnTo>
                <a:lnTo>
                  <a:pt x="681447" y="146847"/>
                </a:lnTo>
                <a:lnTo>
                  <a:pt x="705002" y="160601"/>
                </a:lnTo>
                <a:lnTo>
                  <a:pt x="713480" y="132502"/>
                </a:lnTo>
                <a:lnTo>
                  <a:pt x="722509" y="120396"/>
                </a:lnTo>
                <a:lnTo>
                  <a:pt x="723462" y="126949"/>
                </a:lnTo>
                <a:lnTo>
                  <a:pt x="728701" y="121549"/>
                </a:lnTo>
                <a:lnTo>
                  <a:pt x="735159" y="108109"/>
                </a:lnTo>
                <a:lnTo>
                  <a:pt x="739635" y="111128"/>
                </a:lnTo>
                <a:lnTo>
                  <a:pt x="745655" y="98574"/>
                </a:lnTo>
                <a:lnTo>
                  <a:pt x="741740" y="96317"/>
                </a:lnTo>
                <a:lnTo>
                  <a:pt x="763000" y="63379"/>
                </a:lnTo>
                <a:lnTo>
                  <a:pt x="756323" y="58083"/>
                </a:lnTo>
                <a:lnTo>
                  <a:pt x="766086" y="24032"/>
                </a:lnTo>
                <a:lnTo>
                  <a:pt x="761343" y="22641"/>
                </a:lnTo>
                <a:lnTo>
                  <a:pt x="760305" y="0"/>
                </a:lnTo>
                <a:lnTo>
                  <a:pt x="854850" y="53407"/>
                </a:lnTo>
                <a:lnTo>
                  <a:pt x="862898" y="12563"/>
                </a:lnTo>
                <a:lnTo>
                  <a:pt x="888892" y="9535"/>
                </a:lnTo>
                <a:lnTo>
                  <a:pt x="909266" y="22898"/>
                </a:lnTo>
                <a:lnTo>
                  <a:pt x="902246" y="35890"/>
                </a:lnTo>
                <a:lnTo>
                  <a:pt x="903732" y="46311"/>
                </a:lnTo>
                <a:lnTo>
                  <a:pt x="915353" y="54131"/>
                </a:lnTo>
                <a:lnTo>
                  <a:pt x="950243" y="57236"/>
                </a:lnTo>
                <a:lnTo>
                  <a:pt x="951709" y="65742"/>
                </a:lnTo>
                <a:lnTo>
                  <a:pt x="968835" y="66961"/>
                </a:lnTo>
                <a:lnTo>
                  <a:pt x="989381" y="82772"/>
                </a:lnTo>
                <a:lnTo>
                  <a:pt x="995486" y="114310"/>
                </a:lnTo>
                <a:lnTo>
                  <a:pt x="984266" y="123587"/>
                </a:lnTo>
                <a:lnTo>
                  <a:pt x="985076" y="134322"/>
                </a:lnTo>
                <a:lnTo>
                  <a:pt x="968435" y="146580"/>
                </a:lnTo>
                <a:lnTo>
                  <a:pt x="962492" y="168831"/>
                </a:lnTo>
                <a:lnTo>
                  <a:pt x="962835" y="182042"/>
                </a:lnTo>
                <a:lnTo>
                  <a:pt x="972760" y="199349"/>
                </a:lnTo>
                <a:lnTo>
                  <a:pt x="989438" y="196329"/>
                </a:lnTo>
                <a:lnTo>
                  <a:pt x="1008536" y="179908"/>
                </a:lnTo>
                <a:lnTo>
                  <a:pt x="1014651" y="184252"/>
                </a:lnTo>
                <a:lnTo>
                  <a:pt x="1015355" y="199530"/>
                </a:lnTo>
                <a:lnTo>
                  <a:pt x="1031548" y="216456"/>
                </a:lnTo>
                <a:lnTo>
                  <a:pt x="1050960" y="222171"/>
                </a:lnTo>
                <a:lnTo>
                  <a:pt x="1087317" y="217894"/>
                </a:lnTo>
                <a:lnTo>
                  <a:pt x="1108015" y="239820"/>
                </a:lnTo>
                <a:lnTo>
                  <a:pt x="1158488" y="258775"/>
                </a:lnTo>
                <a:lnTo>
                  <a:pt x="1158592" y="270815"/>
                </a:lnTo>
                <a:lnTo>
                  <a:pt x="1150544" y="276968"/>
                </a:lnTo>
                <a:lnTo>
                  <a:pt x="1156792" y="300800"/>
                </a:lnTo>
                <a:lnTo>
                  <a:pt x="1152125" y="310248"/>
                </a:lnTo>
                <a:lnTo>
                  <a:pt x="1163469" y="316944"/>
                </a:lnTo>
                <a:lnTo>
                  <a:pt x="1150515" y="320383"/>
                </a:lnTo>
                <a:lnTo>
                  <a:pt x="1130522" y="312658"/>
                </a:lnTo>
                <a:lnTo>
                  <a:pt x="1125484" y="318745"/>
                </a:lnTo>
                <a:lnTo>
                  <a:pt x="1108234" y="295132"/>
                </a:lnTo>
                <a:lnTo>
                  <a:pt x="1083345" y="285712"/>
                </a:lnTo>
                <a:lnTo>
                  <a:pt x="1053884" y="260185"/>
                </a:lnTo>
                <a:lnTo>
                  <a:pt x="1044492" y="262499"/>
                </a:lnTo>
                <a:lnTo>
                  <a:pt x="1067381" y="276120"/>
                </a:lnTo>
                <a:lnTo>
                  <a:pt x="1085117" y="295694"/>
                </a:lnTo>
                <a:lnTo>
                  <a:pt x="1103605" y="301266"/>
                </a:lnTo>
                <a:lnTo>
                  <a:pt x="1121378" y="325069"/>
                </a:lnTo>
                <a:lnTo>
                  <a:pt x="1138704" y="322336"/>
                </a:lnTo>
                <a:lnTo>
                  <a:pt x="1143991" y="327889"/>
                </a:lnTo>
                <a:lnTo>
                  <a:pt x="1162564" y="328308"/>
                </a:lnTo>
                <a:lnTo>
                  <a:pt x="1154735" y="339090"/>
                </a:lnTo>
                <a:lnTo>
                  <a:pt x="1160755" y="343052"/>
                </a:lnTo>
                <a:lnTo>
                  <a:pt x="1165565" y="337404"/>
                </a:lnTo>
                <a:lnTo>
                  <a:pt x="1171661" y="343672"/>
                </a:lnTo>
                <a:lnTo>
                  <a:pt x="1178928" y="362464"/>
                </a:lnTo>
                <a:lnTo>
                  <a:pt x="1177404" y="379305"/>
                </a:lnTo>
                <a:lnTo>
                  <a:pt x="1151020" y="365036"/>
                </a:lnTo>
                <a:lnTo>
                  <a:pt x="1147715" y="373390"/>
                </a:lnTo>
                <a:lnTo>
                  <a:pt x="1167089" y="389211"/>
                </a:lnTo>
                <a:lnTo>
                  <a:pt x="1144038" y="402650"/>
                </a:lnTo>
                <a:lnTo>
                  <a:pt x="1162812" y="401069"/>
                </a:lnTo>
                <a:lnTo>
                  <a:pt x="1163450" y="414052"/>
                </a:lnTo>
                <a:lnTo>
                  <a:pt x="1171680" y="410451"/>
                </a:lnTo>
                <a:lnTo>
                  <a:pt x="1181510" y="417166"/>
                </a:lnTo>
                <a:lnTo>
                  <a:pt x="1187768" y="425139"/>
                </a:lnTo>
                <a:lnTo>
                  <a:pt x="1186148" y="443798"/>
                </a:lnTo>
                <a:lnTo>
                  <a:pt x="1179681" y="442179"/>
                </a:lnTo>
                <a:lnTo>
                  <a:pt x="1167413" y="454485"/>
                </a:lnTo>
                <a:lnTo>
                  <a:pt x="1147086" y="435550"/>
                </a:lnTo>
                <a:lnTo>
                  <a:pt x="1130484" y="430063"/>
                </a:lnTo>
                <a:lnTo>
                  <a:pt x="1130970" y="421224"/>
                </a:lnTo>
                <a:lnTo>
                  <a:pt x="1121064" y="410194"/>
                </a:lnTo>
                <a:lnTo>
                  <a:pt x="1106186" y="419872"/>
                </a:lnTo>
                <a:lnTo>
                  <a:pt x="1083526" y="408908"/>
                </a:lnTo>
                <a:lnTo>
                  <a:pt x="1072610" y="417976"/>
                </a:lnTo>
                <a:lnTo>
                  <a:pt x="1080221" y="422481"/>
                </a:lnTo>
                <a:lnTo>
                  <a:pt x="1097461" y="419900"/>
                </a:lnTo>
                <a:lnTo>
                  <a:pt x="1110167" y="428492"/>
                </a:lnTo>
                <a:lnTo>
                  <a:pt x="1116254" y="415919"/>
                </a:lnTo>
                <a:lnTo>
                  <a:pt x="1126474" y="446694"/>
                </a:lnTo>
                <a:lnTo>
                  <a:pt x="1139466" y="447665"/>
                </a:lnTo>
                <a:lnTo>
                  <a:pt x="1156078" y="457857"/>
                </a:lnTo>
                <a:lnTo>
                  <a:pt x="1164527" y="473783"/>
                </a:lnTo>
                <a:lnTo>
                  <a:pt x="1177109" y="467582"/>
                </a:lnTo>
                <a:lnTo>
                  <a:pt x="1176357" y="462648"/>
                </a:lnTo>
                <a:lnTo>
                  <a:pt x="1188949" y="468182"/>
                </a:lnTo>
                <a:lnTo>
                  <a:pt x="1184243" y="453209"/>
                </a:lnTo>
                <a:lnTo>
                  <a:pt x="1188653" y="450418"/>
                </a:lnTo>
                <a:lnTo>
                  <a:pt x="1223848" y="455733"/>
                </a:lnTo>
                <a:lnTo>
                  <a:pt x="1239288" y="449599"/>
                </a:lnTo>
                <a:lnTo>
                  <a:pt x="1276360" y="521589"/>
                </a:lnTo>
                <a:lnTo>
                  <a:pt x="847373" y="609619"/>
                </a:lnTo>
                <a:lnTo>
                  <a:pt x="584149" y="655968"/>
                </a:lnTo>
                <a:lnTo>
                  <a:pt x="328108" y="687314"/>
                </a:lnTo>
                <a:lnTo>
                  <a:pt x="332375" y="681599"/>
                </a:lnTo>
                <a:lnTo>
                  <a:pt x="287074" y="687514"/>
                </a:lnTo>
                <a:lnTo>
                  <a:pt x="285874" y="692372"/>
                </a:lnTo>
                <a:lnTo>
                  <a:pt x="0" y="730910"/>
                </a:lnTo>
                <a:lnTo>
                  <a:pt x="22146" y="714137"/>
                </a:lnTo>
                <a:lnTo>
                  <a:pt x="39491" y="711584"/>
                </a:lnTo>
                <a:lnTo>
                  <a:pt x="84468" y="689467"/>
                </a:lnTo>
                <a:lnTo>
                  <a:pt x="91745" y="664807"/>
                </a:lnTo>
                <a:lnTo>
                  <a:pt x="102318" y="664902"/>
                </a:lnTo>
                <a:lnTo>
                  <a:pt x="122463" y="653139"/>
                </a:lnTo>
                <a:lnTo>
                  <a:pt x="121720" y="634565"/>
                </a:lnTo>
                <a:lnTo>
                  <a:pt x="143418" y="617182"/>
                </a:lnTo>
                <a:lnTo>
                  <a:pt x="141284" y="601532"/>
                </a:lnTo>
                <a:lnTo>
                  <a:pt x="197301" y="562337"/>
                </a:lnTo>
                <a:lnTo>
                  <a:pt x="239487" y="510788"/>
                </a:lnTo>
                <a:close/>
                <a:moveTo>
                  <a:pt x="1198045" y="259194"/>
                </a:moveTo>
                <a:lnTo>
                  <a:pt x="1202674" y="267233"/>
                </a:lnTo>
                <a:lnTo>
                  <a:pt x="1198397" y="261966"/>
                </a:lnTo>
                <a:close/>
                <a:moveTo>
                  <a:pt x="1245994" y="226838"/>
                </a:moveTo>
                <a:lnTo>
                  <a:pt x="1251252" y="216294"/>
                </a:lnTo>
                <a:lnTo>
                  <a:pt x="1310411" y="196225"/>
                </a:lnTo>
                <a:lnTo>
                  <a:pt x="1298429" y="234172"/>
                </a:lnTo>
                <a:lnTo>
                  <a:pt x="1288561" y="232010"/>
                </a:lnTo>
                <a:lnTo>
                  <a:pt x="1276588" y="253298"/>
                </a:lnTo>
                <a:lnTo>
                  <a:pt x="1270064" y="295065"/>
                </a:lnTo>
                <a:lnTo>
                  <a:pt x="1273931" y="303305"/>
                </a:lnTo>
                <a:lnTo>
                  <a:pt x="1264434" y="324422"/>
                </a:lnTo>
                <a:lnTo>
                  <a:pt x="1270102" y="328965"/>
                </a:lnTo>
                <a:lnTo>
                  <a:pt x="1262882" y="355578"/>
                </a:lnTo>
                <a:lnTo>
                  <a:pt x="1254576" y="365798"/>
                </a:lnTo>
                <a:lnTo>
                  <a:pt x="1256100" y="387601"/>
                </a:lnTo>
                <a:lnTo>
                  <a:pt x="1236031" y="415157"/>
                </a:lnTo>
                <a:lnTo>
                  <a:pt x="1219810" y="381619"/>
                </a:lnTo>
                <a:lnTo>
                  <a:pt x="1219886" y="315687"/>
                </a:lnTo>
                <a:lnTo>
                  <a:pt x="1233592" y="272063"/>
                </a:lnTo>
                <a:lnTo>
                  <a:pt x="1229458" y="264605"/>
                </a:lnTo>
                <a:lnTo>
                  <a:pt x="1240746" y="258947"/>
                </a:lnTo>
                <a:lnTo>
                  <a:pt x="1246775" y="245774"/>
                </a:lnTo>
                <a:lnTo>
                  <a:pt x="1241898" y="238477"/>
                </a:lnTo>
                <a:lnTo>
                  <a:pt x="1233964" y="240468"/>
                </a:lnTo>
                <a:lnTo>
                  <a:pt x="1243060" y="231819"/>
                </a:lnTo>
                <a:close/>
                <a:moveTo>
                  <a:pt x="1194330" y="237334"/>
                </a:moveTo>
                <a:lnTo>
                  <a:pt x="1190168" y="244573"/>
                </a:lnTo>
                <a:lnTo>
                  <a:pt x="1185958" y="239097"/>
                </a:lnTo>
                <a:lnTo>
                  <a:pt x="1189806" y="238249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17" name="State - IL - Illinois"/>
          <p:cNvSpPr/>
          <p:nvPr/>
        </p:nvSpPr>
        <p:spPr>
          <a:xfrm>
            <a:off x="7245982" y="2821486"/>
            <a:ext cx="658092" cy="1173509"/>
          </a:xfrm>
          <a:custGeom>
            <a:avLst/>
            <a:gdLst/>
            <a:ahLst/>
            <a:cxnLst/>
            <a:rect l="l" t="t" r="r" b="b"/>
            <a:pathLst>
              <a:path w="658092" h="1173509">
                <a:moveTo>
                  <a:pt x="11801" y="480327"/>
                </a:moveTo>
                <a:lnTo>
                  <a:pt x="18926" y="475155"/>
                </a:lnTo>
                <a:lnTo>
                  <a:pt x="19231" y="454342"/>
                </a:lnTo>
                <a:lnTo>
                  <a:pt x="12783" y="442160"/>
                </a:lnTo>
                <a:lnTo>
                  <a:pt x="21898" y="430349"/>
                </a:lnTo>
                <a:lnTo>
                  <a:pt x="55093" y="416966"/>
                </a:lnTo>
                <a:lnTo>
                  <a:pt x="58283" y="384839"/>
                </a:lnTo>
                <a:lnTo>
                  <a:pt x="78772" y="355797"/>
                </a:lnTo>
                <a:lnTo>
                  <a:pt x="78057" y="325841"/>
                </a:lnTo>
                <a:lnTo>
                  <a:pt x="50521" y="296837"/>
                </a:lnTo>
                <a:lnTo>
                  <a:pt x="59150" y="260080"/>
                </a:lnTo>
                <a:lnTo>
                  <a:pt x="118948" y="246736"/>
                </a:lnTo>
                <a:lnTo>
                  <a:pt x="133607" y="232848"/>
                </a:lnTo>
                <a:lnTo>
                  <a:pt x="148266" y="232143"/>
                </a:lnTo>
                <a:lnTo>
                  <a:pt x="165725" y="217599"/>
                </a:lnTo>
                <a:lnTo>
                  <a:pt x="168802" y="184947"/>
                </a:lnTo>
                <a:lnTo>
                  <a:pt x="187928" y="169678"/>
                </a:lnTo>
                <a:lnTo>
                  <a:pt x="191710" y="128683"/>
                </a:lnTo>
                <a:lnTo>
                  <a:pt x="186747" y="105137"/>
                </a:lnTo>
                <a:lnTo>
                  <a:pt x="150447" y="84477"/>
                </a:lnTo>
                <a:lnTo>
                  <a:pt x="143713" y="73781"/>
                </a:lnTo>
                <a:lnTo>
                  <a:pt x="144904" y="63151"/>
                </a:lnTo>
                <a:lnTo>
                  <a:pt x="108433" y="35138"/>
                </a:lnTo>
                <a:lnTo>
                  <a:pt x="108595" y="27442"/>
                </a:lnTo>
                <a:lnTo>
                  <a:pt x="541496" y="0"/>
                </a:lnTo>
                <a:lnTo>
                  <a:pt x="541220" y="46749"/>
                </a:lnTo>
                <a:lnTo>
                  <a:pt x="569071" y="88878"/>
                </a:lnTo>
                <a:lnTo>
                  <a:pt x="582501" y="132578"/>
                </a:lnTo>
                <a:lnTo>
                  <a:pt x="597856" y="156753"/>
                </a:lnTo>
                <a:lnTo>
                  <a:pt x="641128" y="654148"/>
                </a:lnTo>
                <a:lnTo>
                  <a:pt x="632260" y="657911"/>
                </a:lnTo>
                <a:lnTo>
                  <a:pt x="629888" y="669007"/>
                </a:lnTo>
                <a:lnTo>
                  <a:pt x="636718" y="681885"/>
                </a:lnTo>
                <a:lnTo>
                  <a:pt x="626697" y="698287"/>
                </a:lnTo>
                <a:lnTo>
                  <a:pt x="640032" y="715604"/>
                </a:lnTo>
                <a:lnTo>
                  <a:pt x="640394" y="730034"/>
                </a:lnTo>
                <a:lnTo>
                  <a:pt x="651605" y="736292"/>
                </a:lnTo>
                <a:lnTo>
                  <a:pt x="646719" y="755961"/>
                </a:lnTo>
                <a:lnTo>
                  <a:pt x="658092" y="780421"/>
                </a:lnTo>
                <a:lnTo>
                  <a:pt x="653615" y="793213"/>
                </a:lnTo>
                <a:lnTo>
                  <a:pt x="640185" y="803815"/>
                </a:lnTo>
                <a:lnTo>
                  <a:pt x="636689" y="832066"/>
                </a:lnTo>
                <a:lnTo>
                  <a:pt x="624021" y="839953"/>
                </a:lnTo>
                <a:lnTo>
                  <a:pt x="624307" y="853878"/>
                </a:lnTo>
                <a:lnTo>
                  <a:pt x="612953" y="867975"/>
                </a:lnTo>
                <a:lnTo>
                  <a:pt x="611210" y="882225"/>
                </a:lnTo>
                <a:lnTo>
                  <a:pt x="606133" y="875871"/>
                </a:lnTo>
                <a:lnTo>
                  <a:pt x="600513" y="885577"/>
                </a:lnTo>
                <a:lnTo>
                  <a:pt x="599904" y="879900"/>
                </a:lnTo>
                <a:lnTo>
                  <a:pt x="595446" y="880977"/>
                </a:lnTo>
                <a:lnTo>
                  <a:pt x="592731" y="892883"/>
                </a:lnTo>
                <a:lnTo>
                  <a:pt x="588035" y="888930"/>
                </a:lnTo>
                <a:lnTo>
                  <a:pt x="599961" y="911457"/>
                </a:lnTo>
                <a:lnTo>
                  <a:pt x="586083" y="922973"/>
                </a:lnTo>
                <a:lnTo>
                  <a:pt x="595922" y="924030"/>
                </a:lnTo>
                <a:lnTo>
                  <a:pt x="583054" y="935698"/>
                </a:lnTo>
                <a:lnTo>
                  <a:pt x="588759" y="937127"/>
                </a:lnTo>
                <a:lnTo>
                  <a:pt x="589007" y="950319"/>
                </a:lnTo>
                <a:lnTo>
                  <a:pt x="580587" y="959044"/>
                </a:lnTo>
                <a:lnTo>
                  <a:pt x="590198" y="965349"/>
                </a:lnTo>
                <a:lnTo>
                  <a:pt x="576367" y="965102"/>
                </a:lnTo>
                <a:lnTo>
                  <a:pt x="589207" y="978894"/>
                </a:lnTo>
                <a:lnTo>
                  <a:pt x="579930" y="979865"/>
                </a:lnTo>
                <a:lnTo>
                  <a:pt x="580339" y="983904"/>
                </a:lnTo>
                <a:lnTo>
                  <a:pt x="589502" y="985599"/>
                </a:lnTo>
                <a:lnTo>
                  <a:pt x="570490" y="1017080"/>
                </a:lnTo>
                <a:lnTo>
                  <a:pt x="589407" y="1051341"/>
                </a:lnTo>
                <a:lnTo>
                  <a:pt x="554222" y="1061685"/>
                </a:lnTo>
                <a:lnTo>
                  <a:pt x="541401" y="1073477"/>
                </a:lnTo>
                <a:lnTo>
                  <a:pt x="533924" y="1069105"/>
                </a:lnTo>
                <a:lnTo>
                  <a:pt x="524370" y="1075973"/>
                </a:lnTo>
                <a:lnTo>
                  <a:pt x="518760" y="1100099"/>
                </a:lnTo>
                <a:lnTo>
                  <a:pt x="535943" y="1126503"/>
                </a:lnTo>
                <a:lnTo>
                  <a:pt x="531590" y="1143448"/>
                </a:lnTo>
                <a:lnTo>
                  <a:pt x="517465" y="1145362"/>
                </a:lnTo>
                <a:lnTo>
                  <a:pt x="472859" y="1123788"/>
                </a:lnTo>
                <a:lnTo>
                  <a:pt x="445808" y="1117102"/>
                </a:lnTo>
                <a:lnTo>
                  <a:pt x="434035" y="1123664"/>
                </a:lnTo>
                <a:lnTo>
                  <a:pt x="415185" y="1152173"/>
                </a:lnTo>
                <a:lnTo>
                  <a:pt x="414204" y="1163479"/>
                </a:lnTo>
                <a:lnTo>
                  <a:pt x="422367" y="1171089"/>
                </a:lnTo>
                <a:lnTo>
                  <a:pt x="413852" y="1173509"/>
                </a:lnTo>
                <a:lnTo>
                  <a:pt x="400964" y="1153658"/>
                </a:lnTo>
                <a:lnTo>
                  <a:pt x="392259" y="1155040"/>
                </a:lnTo>
                <a:lnTo>
                  <a:pt x="400860" y="1163936"/>
                </a:lnTo>
                <a:lnTo>
                  <a:pt x="398307" y="1171423"/>
                </a:lnTo>
                <a:lnTo>
                  <a:pt x="380581" y="1161202"/>
                </a:lnTo>
                <a:lnTo>
                  <a:pt x="364931" y="1118930"/>
                </a:lnTo>
                <a:lnTo>
                  <a:pt x="354644" y="1111872"/>
                </a:lnTo>
                <a:lnTo>
                  <a:pt x="369094" y="1089336"/>
                </a:lnTo>
                <a:lnTo>
                  <a:pt x="351253" y="1059018"/>
                </a:lnTo>
                <a:lnTo>
                  <a:pt x="350149" y="1049503"/>
                </a:lnTo>
                <a:lnTo>
                  <a:pt x="357159" y="1046864"/>
                </a:lnTo>
                <a:lnTo>
                  <a:pt x="349520" y="1026947"/>
                </a:lnTo>
                <a:lnTo>
                  <a:pt x="324393" y="1015965"/>
                </a:lnTo>
                <a:lnTo>
                  <a:pt x="322669" y="1005564"/>
                </a:lnTo>
                <a:lnTo>
                  <a:pt x="293094" y="985323"/>
                </a:lnTo>
                <a:lnTo>
                  <a:pt x="283959" y="993362"/>
                </a:lnTo>
                <a:lnTo>
                  <a:pt x="275873" y="991419"/>
                </a:lnTo>
                <a:lnTo>
                  <a:pt x="271320" y="982180"/>
                </a:lnTo>
                <a:lnTo>
                  <a:pt x="278968" y="974674"/>
                </a:lnTo>
                <a:lnTo>
                  <a:pt x="267233" y="974741"/>
                </a:lnTo>
                <a:lnTo>
                  <a:pt x="248002" y="962606"/>
                </a:lnTo>
                <a:lnTo>
                  <a:pt x="205140" y="923477"/>
                </a:lnTo>
                <a:lnTo>
                  <a:pt x="202292" y="899265"/>
                </a:lnTo>
                <a:lnTo>
                  <a:pt x="228476" y="840515"/>
                </a:lnTo>
                <a:lnTo>
                  <a:pt x="222923" y="816721"/>
                </a:lnTo>
                <a:lnTo>
                  <a:pt x="237534" y="791061"/>
                </a:lnTo>
                <a:lnTo>
                  <a:pt x="213979" y="776535"/>
                </a:lnTo>
                <a:lnTo>
                  <a:pt x="182975" y="768258"/>
                </a:lnTo>
                <a:lnTo>
                  <a:pt x="167154" y="788851"/>
                </a:lnTo>
                <a:lnTo>
                  <a:pt x="154276" y="786498"/>
                </a:lnTo>
                <a:lnTo>
                  <a:pt x="138560" y="754066"/>
                </a:lnTo>
                <a:lnTo>
                  <a:pt x="142808" y="742493"/>
                </a:lnTo>
                <a:lnTo>
                  <a:pt x="133188" y="710317"/>
                </a:lnTo>
                <a:lnTo>
                  <a:pt x="81877" y="672532"/>
                </a:lnTo>
                <a:lnTo>
                  <a:pt x="71028" y="654091"/>
                </a:lnTo>
                <a:lnTo>
                  <a:pt x="62455" y="652520"/>
                </a:lnTo>
                <a:lnTo>
                  <a:pt x="57369" y="641318"/>
                </a:lnTo>
                <a:lnTo>
                  <a:pt x="26565" y="616248"/>
                </a:lnTo>
                <a:lnTo>
                  <a:pt x="26594" y="602828"/>
                </a:lnTo>
                <a:lnTo>
                  <a:pt x="12678" y="587169"/>
                </a:lnTo>
                <a:lnTo>
                  <a:pt x="16373" y="574919"/>
                </a:lnTo>
                <a:lnTo>
                  <a:pt x="3353" y="552660"/>
                </a:lnTo>
                <a:lnTo>
                  <a:pt x="0" y="533552"/>
                </a:lnTo>
                <a:lnTo>
                  <a:pt x="1286" y="501882"/>
                </a:lnTo>
                <a:lnTo>
                  <a:pt x="10735" y="481698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18" name="State - SC - South Carolina"/>
          <p:cNvSpPr/>
          <p:nvPr/>
        </p:nvSpPr>
        <p:spPr>
          <a:xfrm>
            <a:off x="8681828" y="4220461"/>
            <a:ext cx="836914" cy="641261"/>
          </a:xfrm>
          <a:custGeom>
            <a:avLst/>
            <a:gdLst/>
            <a:ahLst/>
            <a:cxnLst/>
            <a:rect l="l" t="t" r="r" b="b"/>
            <a:pathLst>
              <a:path w="836914" h="641261">
                <a:moveTo>
                  <a:pt x="30204" y="81848"/>
                </a:moveTo>
                <a:lnTo>
                  <a:pt x="81496" y="56864"/>
                </a:lnTo>
                <a:lnTo>
                  <a:pt x="87039" y="59703"/>
                </a:lnTo>
                <a:lnTo>
                  <a:pt x="97746" y="45930"/>
                </a:lnTo>
                <a:lnTo>
                  <a:pt x="137360" y="31794"/>
                </a:lnTo>
                <a:lnTo>
                  <a:pt x="143675" y="20364"/>
                </a:lnTo>
                <a:lnTo>
                  <a:pt x="148304" y="26908"/>
                </a:lnTo>
                <a:lnTo>
                  <a:pt x="163840" y="20698"/>
                </a:lnTo>
                <a:lnTo>
                  <a:pt x="359826" y="743"/>
                </a:lnTo>
                <a:lnTo>
                  <a:pt x="371065" y="0"/>
                </a:lnTo>
                <a:lnTo>
                  <a:pt x="374742" y="21660"/>
                </a:lnTo>
                <a:lnTo>
                  <a:pt x="390449" y="5810"/>
                </a:lnTo>
                <a:lnTo>
                  <a:pt x="421710" y="37309"/>
                </a:lnTo>
                <a:lnTo>
                  <a:pt x="422996" y="61789"/>
                </a:lnTo>
                <a:lnTo>
                  <a:pt x="611248" y="33480"/>
                </a:lnTo>
                <a:lnTo>
                  <a:pt x="836914" y="196129"/>
                </a:lnTo>
                <a:lnTo>
                  <a:pt x="802538" y="219018"/>
                </a:lnTo>
                <a:lnTo>
                  <a:pt x="777869" y="252232"/>
                </a:lnTo>
                <a:lnTo>
                  <a:pt x="753342" y="307019"/>
                </a:lnTo>
                <a:lnTo>
                  <a:pt x="751875" y="356559"/>
                </a:lnTo>
                <a:lnTo>
                  <a:pt x="731758" y="377723"/>
                </a:lnTo>
                <a:lnTo>
                  <a:pt x="728377" y="395107"/>
                </a:lnTo>
                <a:lnTo>
                  <a:pt x="695354" y="398755"/>
                </a:lnTo>
                <a:lnTo>
                  <a:pt x="687553" y="414699"/>
                </a:lnTo>
                <a:lnTo>
                  <a:pt x="695344" y="422920"/>
                </a:lnTo>
                <a:lnTo>
                  <a:pt x="677742" y="437769"/>
                </a:lnTo>
                <a:lnTo>
                  <a:pt x="674180" y="448237"/>
                </a:lnTo>
                <a:lnTo>
                  <a:pt x="655025" y="462324"/>
                </a:lnTo>
                <a:lnTo>
                  <a:pt x="647443" y="456686"/>
                </a:lnTo>
                <a:lnTo>
                  <a:pt x="641271" y="459038"/>
                </a:lnTo>
                <a:lnTo>
                  <a:pt x="641328" y="464887"/>
                </a:lnTo>
                <a:lnTo>
                  <a:pt x="652348" y="467125"/>
                </a:lnTo>
                <a:lnTo>
                  <a:pt x="651281" y="478031"/>
                </a:lnTo>
                <a:lnTo>
                  <a:pt x="633070" y="496738"/>
                </a:lnTo>
                <a:lnTo>
                  <a:pt x="615877" y="502777"/>
                </a:lnTo>
                <a:lnTo>
                  <a:pt x="581463" y="533648"/>
                </a:lnTo>
                <a:lnTo>
                  <a:pt x="576472" y="529504"/>
                </a:lnTo>
                <a:lnTo>
                  <a:pt x="567738" y="537505"/>
                </a:lnTo>
                <a:lnTo>
                  <a:pt x="565090" y="532143"/>
                </a:lnTo>
                <a:lnTo>
                  <a:pt x="556746" y="533733"/>
                </a:lnTo>
                <a:lnTo>
                  <a:pt x="557051" y="544287"/>
                </a:lnTo>
                <a:lnTo>
                  <a:pt x="567252" y="552212"/>
                </a:lnTo>
                <a:lnTo>
                  <a:pt x="565461" y="568490"/>
                </a:lnTo>
                <a:lnTo>
                  <a:pt x="537029" y="588026"/>
                </a:lnTo>
                <a:lnTo>
                  <a:pt x="533886" y="581092"/>
                </a:lnTo>
                <a:lnTo>
                  <a:pt x="517589" y="577806"/>
                </a:lnTo>
                <a:lnTo>
                  <a:pt x="514131" y="586730"/>
                </a:lnTo>
                <a:lnTo>
                  <a:pt x="531866" y="597189"/>
                </a:lnTo>
                <a:lnTo>
                  <a:pt x="522818" y="613315"/>
                </a:lnTo>
                <a:lnTo>
                  <a:pt x="504958" y="623478"/>
                </a:lnTo>
                <a:lnTo>
                  <a:pt x="496853" y="637042"/>
                </a:lnTo>
                <a:lnTo>
                  <a:pt x="499682" y="641261"/>
                </a:lnTo>
                <a:lnTo>
                  <a:pt x="495062" y="641213"/>
                </a:lnTo>
                <a:lnTo>
                  <a:pt x="478355" y="630641"/>
                </a:lnTo>
                <a:lnTo>
                  <a:pt x="470525" y="635013"/>
                </a:lnTo>
                <a:lnTo>
                  <a:pt x="457848" y="630164"/>
                </a:lnTo>
                <a:lnTo>
                  <a:pt x="446913" y="605123"/>
                </a:lnTo>
                <a:lnTo>
                  <a:pt x="450828" y="591464"/>
                </a:lnTo>
                <a:lnTo>
                  <a:pt x="432664" y="569224"/>
                </a:lnTo>
                <a:lnTo>
                  <a:pt x="434511" y="560394"/>
                </a:lnTo>
                <a:lnTo>
                  <a:pt x="415214" y="543830"/>
                </a:lnTo>
                <a:lnTo>
                  <a:pt x="399774" y="541858"/>
                </a:lnTo>
                <a:lnTo>
                  <a:pt x="389182" y="532409"/>
                </a:lnTo>
                <a:lnTo>
                  <a:pt x="392887" y="527142"/>
                </a:lnTo>
                <a:lnTo>
                  <a:pt x="385334" y="517627"/>
                </a:lnTo>
                <a:lnTo>
                  <a:pt x="383257" y="493290"/>
                </a:lnTo>
                <a:lnTo>
                  <a:pt x="364998" y="471259"/>
                </a:lnTo>
                <a:lnTo>
                  <a:pt x="364388" y="455657"/>
                </a:lnTo>
                <a:lnTo>
                  <a:pt x="341043" y="441293"/>
                </a:lnTo>
                <a:lnTo>
                  <a:pt x="317078" y="434854"/>
                </a:lnTo>
                <a:lnTo>
                  <a:pt x="310401" y="419748"/>
                </a:lnTo>
                <a:lnTo>
                  <a:pt x="304371" y="421929"/>
                </a:lnTo>
                <a:lnTo>
                  <a:pt x="295218" y="415652"/>
                </a:lnTo>
                <a:lnTo>
                  <a:pt x="294199" y="403241"/>
                </a:lnTo>
                <a:lnTo>
                  <a:pt x="277216" y="397688"/>
                </a:lnTo>
                <a:lnTo>
                  <a:pt x="275854" y="372866"/>
                </a:lnTo>
                <a:lnTo>
                  <a:pt x="264947" y="369484"/>
                </a:lnTo>
                <a:lnTo>
                  <a:pt x="252270" y="354978"/>
                </a:lnTo>
                <a:lnTo>
                  <a:pt x="226695" y="346643"/>
                </a:lnTo>
                <a:lnTo>
                  <a:pt x="212255" y="320821"/>
                </a:lnTo>
                <a:lnTo>
                  <a:pt x="197120" y="308715"/>
                </a:lnTo>
                <a:lnTo>
                  <a:pt x="153905" y="288360"/>
                </a:lnTo>
                <a:lnTo>
                  <a:pt x="135198" y="259880"/>
                </a:lnTo>
                <a:lnTo>
                  <a:pt x="120615" y="249574"/>
                </a:lnTo>
                <a:lnTo>
                  <a:pt x="112300" y="226171"/>
                </a:lnTo>
                <a:lnTo>
                  <a:pt x="94459" y="207540"/>
                </a:lnTo>
                <a:lnTo>
                  <a:pt x="84230" y="185804"/>
                </a:lnTo>
                <a:lnTo>
                  <a:pt x="57360" y="187776"/>
                </a:lnTo>
                <a:lnTo>
                  <a:pt x="31080" y="165516"/>
                </a:lnTo>
                <a:lnTo>
                  <a:pt x="20507" y="165706"/>
                </a:lnTo>
                <a:lnTo>
                  <a:pt x="514" y="153419"/>
                </a:lnTo>
                <a:lnTo>
                  <a:pt x="0" y="130654"/>
                </a:lnTo>
                <a:lnTo>
                  <a:pt x="12068" y="110519"/>
                </a:lnTo>
                <a:lnTo>
                  <a:pt x="29851" y="94945"/>
                </a:lnTo>
                <a:lnTo>
                  <a:pt x="30842" y="82677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19" name="State - AL - Alabama"/>
          <p:cNvSpPr/>
          <p:nvPr/>
        </p:nvSpPr>
        <p:spPr>
          <a:xfrm>
            <a:off x="7855867" y="4357268"/>
            <a:ext cx="635051" cy="1037806"/>
          </a:xfrm>
          <a:custGeom>
            <a:avLst/>
            <a:gdLst/>
            <a:ahLst/>
            <a:cxnLst/>
            <a:rect l="l" t="t" r="r" b="b"/>
            <a:pathLst>
              <a:path w="635051" h="1037806">
                <a:moveTo>
                  <a:pt x="0" y="39672"/>
                </a:moveTo>
                <a:lnTo>
                  <a:pt x="437302" y="0"/>
                </a:lnTo>
                <a:lnTo>
                  <a:pt x="558660" y="434807"/>
                </a:lnTo>
                <a:lnTo>
                  <a:pt x="571519" y="451885"/>
                </a:lnTo>
                <a:lnTo>
                  <a:pt x="577510" y="478307"/>
                </a:lnTo>
                <a:lnTo>
                  <a:pt x="607495" y="521713"/>
                </a:lnTo>
                <a:lnTo>
                  <a:pt x="603247" y="543401"/>
                </a:lnTo>
                <a:lnTo>
                  <a:pt x="624268" y="553612"/>
                </a:lnTo>
                <a:lnTo>
                  <a:pt x="597827" y="583244"/>
                </a:lnTo>
                <a:lnTo>
                  <a:pt x="601637" y="608619"/>
                </a:lnTo>
                <a:lnTo>
                  <a:pt x="590417" y="646624"/>
                </a:lnTo>
                <a:lnTo>
                  <a:pt x="596722" y="676285"/>
                </a:lnTo>
                <a:lnTo>
                  <a:pt x="609562" y="689981"/>
                </a:lnTo>
                <a:lnTo>
                  <a:pt x="615001" y="705822"/>
                </a:lnTo>
                <a:lnTo>
                  <a:pt x="608647" y="763057"/>
                </a:lnTo>
                <a:lnTo>
                  <a:pt x="612038" y="781574"/>
                </a:lnTo>
                <a:lnTo>
                  <a:pt x="626612" y="796357"/>
                </a:lnTo>
                <a:lnTo>
                  <a:pt x="635051" y="817988"/>
                </a:lnTo>
                <a:lnTo>
                  <a:pt x="175317" y="865756"/>
                </a:lnTo>
                <a:lnTo>
                  <a:pt x="173031" y="897312"/>
                </a:lnTo>
                <a:lnTo>
                  <a:pt x="217827" y="934717"/>
                </a:lnTo>
                <a:lnTo>
                  <a:pt x="211274" y="964654"/>
                </a:lnTo>
                <a:lnTo>
                  <a:pt x="227143" y="978684"/>
                </a:lnTo>
                <a:lnTo>
                  <a:pt x="216465" y="985971"/>
                </a:lnTo>
                <a:lnTo>
                  <a:pt x="213579" y="999306"/>
                </a:lnTo>
                <a:lnTo>
                  <a:pt x="206226" y="1005440"/>
                </a:lnTo>
                <a:lnTo>
                  <a:pt x="211750" y="1008240"/>
                </a:lnTo>
                <a:lnTo>
                  <a:pt x="178737" y="1022185"/>
                </a:lnTo>
                <a:lnTo>
                  <a:pt x="112728" y="1033853"/>
                </a:lnTo>
                <a:lnTo>
                  <a:pt x="128559" y="1024071"/>
                </a:lnTo>
                <a:lnTo>
                  <a:pt x="142532" y="1027309"/>
                </a:lnTo>
                <a:lnTo>
                  <a:pt x="160630" y="1017994"/>
                </a:lnTo>
                <a:lnTo>
                  <a:pt x="131245" y="992857"/>
                </a:lnTo>
                <a:lnTo>
                  <a:pt x="125044" y="977055"/>
                </a:lnTo>
                <a:lnTo>
                  <a:pt x="129559" y="963359"/>
                </a:lnTo>
                <a:lnTo>
                  <a:pt x="124901" y="945909"/>
                </a:lnTo>
                <a:lnTo>
                  <a:pt x="108185" y="937079"/>
                </a:lnTo>
                <a:lnTo>
                  <a:pt x="99336" y="946214"/>
                </a:lnTo>
                <a:lnTo>
                  <a:pt x="91707" y="1014755"/>
                </a:lnTo>
                <a:lnTo>
                  <a:pt x="81867" y="1016346"/>
                </a:lnTo>
                <a:lnTo>
                  <a:pt x="79562" y="1007031"/>
                </a:lnTo>
                <a:lnTo>
                  <a:pt x="68389" y="1003764"/>
                </a:lnTo>
                <a:lnTo>
                  <a:pt x="44587" y="1008402"/>
                </a:lnTo>
                <a:lnTo>
                  <a:pt x="5391" y="691906"/>
                </a:lnTo>
                <a:lnTo>
                  <a:pt x="19031" y="59903"/>
                </a:lnTo>
                <a:lnTo>
                  <a:pt x="286" y="40586"/>
                </a:lnTo>
                <a:close/>
                <a:moveTo>
                  <a:pt x="104813" y="972464"/>
                </a:moveTo>
                <a:lnTo>
                  <a:pt x="108461" y="977732"/>
                </a:lnTo>
                <a:lnTo>
                  <a:pt x="103308" y="974950"/>
                </a:lnTo>
                <a:close/>
                <a:moveTo>
                  <a:pt x="67694" y="1009802"/>
                </a:moveTo>
                <a:lnTo>
                  <a:pt x="70447" y="1006783"/>
                </a:lnTo>
                <a:lnTo>
                  <a:pt x="71561" y="1015279"/>
                </a:lnTo>
                <a:lnTo>
                  <a:pt x="66980" y="1014155"/>
                </a:lnTo>
                <a:close/>
                <a:moveTo>
                  <a:pt x="58341" y="1035425"/>
                </a:moveTo>
                <a:lnTo>
                  <a:pt x="93716" y="1026852"/>
                </a:lnTo>
                <a:lnTo>
                  <a:pt x="94412" y="1022290"/>
                </a:lnTo>
                <a:lnTo>
                  <a:pt x="103927" y="1028729"/>
                </a:lnTo>
                <a:lnTo>
                  <a:pt x="98527" y="1034215"/>
                </a:lnTo>
                <a:lnTo>
                  <a:pt x="59626" y="1037806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20" name="State - IA - Iowa"/>
          <p:cNvSpPr/>
          <p:nvPr/>
        </p:nvSpPr>
        <p:spPr>
          <a:xfrm>
            <a:off x="6441462" y="2646055"/>
            <a:ext cx="996229" cy="655758"/>
          </a:xfrm>
          <a:custGeom>
            <a:avLst/>
            <a:gdLst/>
            <a:ahLst/>
            <a:cxnLst/>
            <a:rect l="l" t="t" r="r" b="b"/>
            <a:pathLst>
              <a:path w="996229" h="655758">
                <a:moveTo>
                  <a:pt x="27918" y="17964"/>
                </a:moveTo>
                <a:lnTo>
                  <a:pt x="427587" y="14468"/>
                </a:lnTo>
                <a:lnTo>
                  <a:pt x="815064" y="0"/>
                </a:lnTo>
                <a:lnTo>
                  <a:pt x="818293" y="30861"/>
                </a:lnTo>
                <a:lnTo>
                  <a:pt x="833676" y="38233"/>
                </a:lnTo>
                <a:lnTo>
                  <a:pt x="841734" y="50035"/>
                </a:lnTo>
                <a:lnTo>
                  <a:pt x="825332" y="76181"/>
                </a:lnTo>
                <a:lnTo>
                  <a:pt x="825408" y="90278"/>
                </a:lnTo>
                <a:lnTo>
                  <a:pt x="846201" y="155610"/>
                </a:lnTo>
                <a:lnTo>
                  <a:pt x="864460" y="168364"/>
                </a:lnTo>
                <a:lnTo>
                  <a:pt x="901979" y="177117"/>
                </a:lnTo>
                <a:lnTo>
                  <a:pt x="912571" y="196205"/>
                </a:lnTo>
                <a:lnTo>
                  <a:pt x="911762" y="209245"/>
                </a:lnTo>
                <a:lnTo>
                  <a:pt x="945299" y="233220"/>
                </a:lnTo>
                <a:lnTo>
                  <a:pt x="954967" y="259909"/>
                </a:lnTo>
                <a:lnTo>
                  <a:pt x="990476" y="279406"/>
                </a:lnTo>
                <a:lnTo>
                  <a:pt x="996229" y="304114"/>
                </a:lnTo>
                <a:lnTo>
                  <a:pt x="992314" y="345596"/>
                </a:lnTo>
                <a:lnTo>
                  <a:pt x="973322" y="360378"/>
                </a:lnTo>
                <a:lnTo>
                  <a:pt x="970245" y="393030"/>
                </a:lnTo>
                <a:lnTo>
                  <a:pt x="952786" y="407575"/>
                </a:lnTo>
                <a:lnTo>
                  <a:pt x="938127" y="408280"/>
                </a:lnTo>
                <a:lnTo>
                  <a:pt x="923468" y="422167"/>
                </a:lnTo>
                <a:lnTo>
                  <a:pt x="863670" y="435512"/>
                </a:lnTo>
                <a:lnTo>
                  <a:pt x="855040" y="472269"/>
                </a:lnTo>
                <a:lnTo>
                  <a:pt x="882577" y="501272"/>
                </a:lnTo>
                <a:lnTo>
                  <a:pt x="883291" y="531228"/>
                </a:lnTo>
                <a:lnTo>
                  <a:pt x="862803" y="560270"/>
                </a:lnTo>
                <a:lnTo>
                  <a:pt x="859612" y="592398"/>
                </a:lnTo>
                <a:lnTo>
                  <a:pt x="826418" y="605780"/>
                </a:lnTo>
                <a:lnTo>
                  <a:pt x="817302" y="617591"/>
                </a:lnTo>
                <a:lnTo>
                  <a:pt x="823751" y="629774"/>
                </a:lnTo>
                <a:lnTo>
                  <a:pt x="823446" y="650586"/>
                </a:lnTo>
                <a:lnTo>
                  <a:pt x="816321" y="655758"/>
                </a:lnTo>
                <a:lnTo>
                  <a:pt x="799471" y="649729"/>
                </a:lnTo>
                <a:lnTo>
                  <a:pt x="798928" y="639842"/>
                </a:lnTo>
                <a:lnTo>
                  <a:pt x="791061" y="638566"/>
                </a:lnTo>
                <a:lnTo>
                  <a:pt x="783222" y="623126"/>
                </a:lnTo>
                <a:lnTo>
                  <a:pt x="772306" y="620135"/>
                </a:lnTo>
                <a:lnTo>
                  <a:pt x="765439" y="608609"/>
                </a:lnTo>
                <a:lnTo>
                  <a:pt x="395811" y="629221"/>
                </a:lnTo>
                <a:lnTo>
                  <a:pt x="132845" y="629583"/>
                </a:lnTo>
                <a:lnTo>
                  <a:pt x="131150" y="616506"/>
                </a:lnTo>
                <a:lnTo>
                  <a:pt x="113481" y="598808"/>
                </a:lnTo>
                <a:lnTo>
                  <a:pt x="121863" y="588855"/>
                </a:lnTo>
                <a:lnTo>
                  <a:pt x="119748" y="571652"/>
                </a:lnTo>
                <a:lnTo>
                  <a:pt x="125844" y="565309"/>
                </a:lnTo>
                <a:lnTo>
                  <a:pt x="114405" y="529781"/>
                </a:lnTo>
                <a:lnTo>
                  <a:pt x="114214" y="509940"/>
                </a:lnTo>
                <a:lnTo>
                  <a:pt x="120777" y="505711"/>
                </a:lnTo>
                <a:lnTo>
                  <a:pt x="107594" y="501377"/>
                </a:lnTo>
                <a:lnTo>
                  <a:pt x="107347" y="479812"/>
                </a:lnTo>
                <a:lnTo>
                  <a:pt x="113147" y="484022"/>
                </a:lnTo>
                <a:lnTo>
                  <a:pt x="116043" y="480346"/>
                </a:lnTo>
                <a:lnTo>
                  <a:pt x="102813" y="469925"/>
                </a:lnTo>
                <a:lnTo>
                  <a:pt x="108090" y="446770"/>
                </a:lnTo>
                <a:lnTo>
                  <a:pt x="94269" y="442484"/>
                </a:lnTo>
                <a:lnTo>
                  <a:pt x="95307" y="428254"/>
                </a:lnTo>
                <a:lnTo>
                  <a:pt x="89792" y="435997"/>
                </a:lnTo>
                <a:lnTo>
                  <a:pt x="81534" y="429235"/>
                </a:lnTo>
                <a:lnTo>
                  <a:pt x="77343" y="397907"/>
                </a:lnTo>
                <a:lnTo>
                  <a:pt x="84811" y="394449"/>
                </a:lnTo>
                <a:lnTo>
                  <a:pt x="79667" y="387544"/>
                </a:lnTo>
                <a:lnTo>
                  <a:pt x="86144" y="375980"/>
                </a:lnTo>
                <a:lnTo>
                  <a:pt x="71190" y="353130"/>
                </a:lnTo>
                <a:lnTo>
                  <a:pt x="76181" y="338480"/>
                </a:lnTo>
                <a:lnTo>
                  <a:pt x="67447" y="337261"/>
                </a:lnTo>
                <a:lnTo>
                  <a:pt x="66189" y="330708"/>
                </a:lnTo>
                <a:lnTo>
                  <a:pt x="58884" y="332318"/>
                </a:lnTo>
                <a:lnTo>
                  <a:pt x="61998" y="326307"/>
                </a:lnTo>
                <a:lnTo>
                  <a:pt x="54169" y="322574"/>
                </a:lnTo>
                <a:lnTo>
                  <a:pt x="54826" y="308667"/>
                </a:lnTo>
                <a:lnTo>
                  <a:pt x="42472" y="296361"/>
                </a:lnTo>
                <a:lnTo>
                  <a:pt x="45720" y="279035"/>
                </a:lnTo>
                <a:lnTo>
                  <a:pt x="32194" y="258699"/>
                </a:lnTo>
                <a:lnTo>
                  <a:pt x="37157" y="232915"/>
                </a:lnTo>
                <a:lnTo>
                  <a:pt x="21317" y="224885"/>
                </a:lnTo>
                <a:lnTo>
                  <a:pt x="17440" y="200130"/>
                </a:lnTo>
                <a:lnTo>
                  <a:pt x="143" y="184214"/>
                </a:lnTo>
                <a:lnTo>
                  <a:pt x="0" y="170593"/>
                </a:lnTo>
                <a:lnTo>
                  <a:pt x="13440" y="153829"/>
                </a:lnTo>
                <a:lnTo>
                  <a:pt x="14021" y="138484"/>
                </a:lnTo>
                <a:lnTo>
                  <a:pt x="20250" y="131207"/>
                </a:lnTo>
                <a:lnTo>
                  <a:pt x="17593" y="113881"/>
                </a:lnTo>
                <a:lnTo>
                  <a:pt x="26337" y="109318"/>
                </a:lnTo>
                <a:lnTo>
                  <a:pt x="30061" y="97441"/>
                </a:lnTo>
                <a:lnTo>
                  <a:pt x="24270" y="76429"/>
                </a:lnTo>
                <a:lnTo>
                  <a:pt x="11459" y="75695"/>
                </a:lnTo>
                <a:lnTo>
                  <a:pt x="12592" y="68389"/>
                </a:lnTo>
                <a:lnTo>
                  <a:pt x="7772" y="66323"/>
                </a:lnTo>
                <a:lnTo>
                  <a:pt x="8544" y="60188"/>
                </a:lnTo>
                <a:lnTo>
                  <a:pt x="16088" y="59846"/>
                </a:lnTo>
                <a:lnTo>
                  <a:pt x="17545" y="43958"/>
                </a:lnTo>
                <a:lnTo>
                  <a:pt x="6629" y="31709"/>
                </a:lnTo>
                <a:lnTo>
                  <a:pt x="7172" y="17821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21" name="State - MO - Missouri"/>
          <p:cNvSpPr/>
          <p:nvPr/>
        </p:nvSpPr>
        <p:spPr>
          <a:xfrm>
            <a:off x="6573860" y="3254664"/>
            <a:ext cx="1100442" cy="958453"/>
          </a:xfrm>
          <a:custGeom>
            <a:avLst/>
            <a:gdLst/>
            <a:ahLst/>
            <a:cxnLst/>
            <a:rect l="l" t="t" r="r" b="b"/>
            <a:pathLst>
              <a:path w="1100442" h="958453">
                <a:moveTo>
                  <a:pt x="448" y="20974"/>
                </a:moveTo>
                <a:lnTo>
                  <a:pt x="263414" y="20612"/>
                </a:lnTo>
                <a:lnTo>
                  <a:pt x="633041" y="0"/>
                </a:lnTo>
                <a:lnTo>
                  <a:pt x="639909" y="11525"/>
                </a:lnTo>
                <a:lnTo>
                  <a:pt x="650519" y="14221"/>
                </a:lnTo>
                <a:lnTo>
                  <a:pt x="658663" y="29956"/>
                </a:lnTo>
                <a:lnTo>
                  <a:pt x="666740" y="31547"/>
                </a:lnTo>
                <a:lnTo>
                  <a:pt x="667074" y="41119"/>
                </a:lnTo>
                <a:lnTo>
                  <a:pt x="683924" y="47149"/>
                </a:lnTo>
                <a:lnTo>
                  <a:pt x="673408" y="68704"/>
                </a:lnTo>
                <a:lnTo>
                  <a:pt x="672122" y="100374"/>
                </a:lnTo>
                <a:lnTo>
                  <a:pt x="675475" y="119482"/>
                </a:lnTo>
                <a:lnTo>
                  <a:pt x="688496" y="141742"/>
                </a:lnTo>
                <a:lnTo>
                  <a:pt x="686686" y="159134"/>
                </a:lnTo>
                <a:lnTo>
                  <a:pt x="699068" y="170736"/>
                </a:lnTo>
                <a:lnTo>
                  <a:pt x="698297" y="182356"/>
                </a:lnTo>
                <a:lnTo>
                  <a:pt x="729491" y="208140"/>
                </a:lnTo>
                <a:lnTo>
                  <a:pt x="734578" y="219342"/>
                </a:lnTo>
                <a:lnTo>
                  <a:pt x="743150" y="220913"/>
                </a:lnTo>
                <a:lnTo>
                  <a:pt x="753999" y="239354"/>
                </a:lnTo>
                <a:lnTo>
                  <a:pt x="805310" y="277139"/>
                </a:lnTo>
                <a:lnTo>
                  <a:pt x="814930" y="309315"/>
                </a:lnTo>
                <a:lnTo>
                  <a:pt x="810273" y="319402"/>
                </a:lnTo>
                <a:lnTo>
                  <a:pt x="820150" y="346015"/>
                </a:lnTo>
                <a:lnTo>
                  <a:pt x="836028" y="356940"/>
                </a:lnTo>
                <a:lnTo>
                  <a:pt x="850725" y="336509"/>
                </a:lnTo>
                <a:lnTo>
                  <a:pt x="860555" y="335775"/>
                </a:lnTo>
                <a:lnTo>
                  <a:pt x="909657" y="357883"/>
                </a:lnTo>
                <a:lnTo>
                  <a:pt x="895045" y="383543"/>
                </a:lnTo>
                <a:lnTo>
                  <a:pt x="900598" y="407337"/>
                </a:lnTo>
                <a:lnTo>
                  <a:pt x="874081" y="467516"/>
                </a:lnTo>
                <a:lnTo>
                  <a:pt x="878310" y="492490"/>
                </a:lnTo>
                <a:lnTo>
                  <a:pt x="920125" y="529428"/>
                </a:lnTo>
                <a:lnTo>
                  <a:pt x="939356" y="541563"/>
                </a:lnTo>
                <a:lnTo>
                  <a:pt x="951090" y="541496"/>
                </a:lnTo>
                <a:lnTo>
                  <a:pt x="943442" y="549002"/>
                </a:lnTo>
                <a:lnTo>
                  <a:pt x="947995" y="558241"/>
                </a:lnTo>
                <a:lnTo>
                  <a:pt x="956081" y="560184"/>
                </a:lnTo>
                <a:lnTo>
                  <a:pt x="965216" y="552145"/>
                </a:lnTo>
                <a:lnTo>
                  <a:pt x="994791" y="572386"/>
                </a:lnTo>
                <a:lnTo>
                  <a:pt x="996515" y="582787"/>
                </a:lnTo>
                <a:lnTo>
                  <a:pt x="1021204" y="593198"/>
                </a:lnTo>
                <a:lnTo>
                  <a:pt x="1029281" y="613686"/>
                </a:lnTo>
                <a:lnTo>
                  <a:pt x="1022271" y="616325"/>
                </a:lnTo>
                <a:lnTo>
                  <a:pt x="1023376" y="625840"/>
                </a:lnTo>
                <a:lnTo>
                  <a:pt x="1041216" y="656158"/>
                </a:lnTo>
                <a:lnTo>
                  <a:pt x="1026766" y="678694"/>
                </a:lnTo>
                <a:lnTo>
                  <a:pt x="1037053" y="685752"/>
                </a:lnTo>
                <a:lnTo>
                  <a:pt x="1038368" y="698430"/>
                </a:lnTo>
                <a:lnTo>
                  <a:pt x="1052427" y="717175"/>
                </a:lnTo>
                <a:lnTo>
                  <a:pt x="1052274" y="727339"/>
                </a:lnTo>
                <a:lnTo>
                  <a:pt x="1070429" y="738245"/>
                </a:lnTo>
                <a:lnTo>
                  <a:pt x="1072982" y="730758"/>
                </a:lnTo>
                <a:lnTo>
                  <a:pt x="1064381" y="721862"/>
                </a:lnTo>
                <a:lnTo>
                  <a:pt x="1073086" y="720481"/>
                </a:lnTo>
                <a:lnTo>
                  <a:pt x="1085974" y="740331"/>
                </a:lnTo>
                <a:lnTo>
                  <a:pt x="1100233" y="741188"/>
                </a:lnTo>
                <a:lnTo>
                  <a:pt x="1096537" y="764048"/>
                </a:lnTo>
                <a:lnTo>
                  <a:pt x="1089203" y="770068"/>
                </a:lnTo>
                <a:lnTo>
                  <a:pt x="1100442" y="782717"/>
                </a:lnTo>
                <a:lnTo>
                  <a:pt x="1087469" y="789584"/>
                </a:lnTo>
                <a:lnTo>
                  <a:pt x="1094956" y="804453"/>
                </a:lnTo>
                <a:lnTo>
                  <a:pt x="1086679" y="824065"/>
                </a:lnTo>
                <a:lnTo>
                  <a:pt x="1079811" y="826875"/>
                </a:lnTo>
                <a:lnTo>
                  <a:pt x="1067791" y="813587"/>
                </a:lnTo>
                <a:lnTo>
                  <a:pt x="1061476" y="815540"/>
                </a:lnTo>
                <a:lnTo>
                  <a:pt x="1047617" y="851887"/>
                </a:lnTo>
                <a:lnTo>
                  <a:pt x="1042426" y="848858"/>
                </a:lnTo>
                <a:lnTo>
                  <a:pt x="1043540" y="828761"/>
                </a:lnTo>
                <a:lnTo>
                  <a:pt x="1029091" y="830590"/>
                </a:lnTo>
                <a:lnTo>
                  <a:pt x="1041273" y="869937"/>
                </a:lnTo>
                <a:lnTo>
                  <a:pt x="1038092" y="877395"/>
                </a:lnTo>
                <a:lnTo>
                  <a:pt x="1023661" y="881796"/>
                </a:lnTo>
                <a:lnTo>
                  <a:pt x="1038854" y="895617"/>
                </a:lnTo>
                <a:lnTo>
                  <a:pt x="1010955" y="899427"/>
                </a:lnTo>
                <a:lnTo>
                  <a:pt x="1030948" y="919010"/>
                </a:lnTo>
                <a:lnTo>
                  <a:pt x="1017270" y="932459"/>
                </a:lnTo>
                <a:lnTo>
                  <a:pt x="1013755" y="950319"/>
                </a:lnTo>
                <a:lnTo>
                  <a:pt x="902008" y="958453"/>
                </a:lnTo>
                <a:lnTo>
                  <a:pt x="910609" y="938079"/>
                </a:lnTo>
                <a:lnTo>
                  <a:pt x="950300" y="890768"/>
                </a:lnTo>
                <a:lnTo>
                  <a:pt x="948852" y="873319"/>
                </a:lnTo>
                <a:lnTo>
                  <a:pt x="935488" y="866108"/>
                </a:lnTo>
                <a:lnTo>
                  <a:pt x="933088" y="850763"/>
                </a:lnTo>
                <a:lnTo>
                  <a:pt x="564852" y="869290"/>
                </a:lnTo>
                <a:lnTo>
                  <a:pt x="192948" y="878624"/>
                </a:lnTo>
                <a:lnTo>
                  <a:pt x="188976" y="320030"/>
                </a:lnTo>
                <a:lnTo>
                  <a:pt x="177689" y="319649"/>
                </a:lnTo>
                <a:lnTo>
                  <a:pt x="174755" y="314068"/>
                </a:lnTo>
                <a:lnTo>
                  <a:pt x="164935" y="317173"/>
                </a:lnTo>
                <a:lnTo>
                  <a:pt x="151743" y="308991"/>
                </a:lnTo>
                <a:lnTo>
                  <a:pt x="150390" y="299256"/>
                </a:lnTo>
                <a:lnTo>
                  <a:pt x="138455" y="287684"/>
                </a:lnTo>
                <a:lnTo>
                  <a:pt x="141513" y="271282"/>
                </a:lnTo>
                <a:lnTo>
                  <a:pt x="132417" y="271443"/>
                </a:lnTo>
                <a:lnTo>
                  <a:pt x="105442" y="239592"/>
                </a:lnTo>
                <a:lnTo>
                  <a:pt x="106337" y="232115"/>
                </a:lnTo>
                <a:lnTo>
                  <a:pt x="114891" y="229552"/>
                </a:lnTo>
                <a:lnTo>
                  <a:pt x="118177" y="213570"/>
                </a:lnTo>
                <a:lnTo>
                  <a:pt x="127073" y="209064"/>
                </a:lnTo>
                <a:lnTo>
                  <a:pt x="127902" y="197987"/>
                </a:lnTo>
                <a:lnTo>
                  <a:pt x="138417" y="201025"/>
                </a:lnTo>
                <a:lnTo>
                  <a:pt x="144142" y="196977"/>
                </a:lnTo>
                <a:lnTo>
                  <a:pt x="143008" y="190700"/>
                </a:lnTo>
                <a:lnTo>
                  <a:pt x="132578" y="190252"/>
                </a:lnTo>
                <a:lnTo>
                  <a:pt x="141903" y="182213"/>
                </a:lnTo>
                <a:lnTo>
                  <a:pt x="131693" y="174212"/>
                </a:lnTo>
                <a:lnTo>
                  <a:pt x="133226" y="166449"/>
                </a:lnTo>
                <a:lnTo>
                  <a:pt x="120710" y="164097"/>
                </a:lnTo>
                <a:lnTo>
                  <a:pt x="116138" y="171517"/>
                </a:lnTo>
                <a:lnTo>
                  <a:pt x="101803" y="169840"/>
                </a:lnTo>
                <a:lnTo>
                  <a:pt x="98336" y="163192"/>
                </a:lnTo>
                <a:lnTo>
                  <a:pt x="90059" y="163659"/>
                </a:lnTo>
                <a:lnTo>
                  <a:pt x="89602" y="156324"/>
                </a:lnTo>
                <a:lnTo>
                  <a:pt x="71952" y="141094"/>
                </a:lnTo>
                <a:lnTo>
                  <a:pt x="57379" y="136769"/>
                </a:lnTo>
                <a:lnTo>
                  <a:pt x="59465" y="118653"/>
                </a:lnTo>
                <a:lnTo>
                  <a:pt x="45834" y="104765"/>
                </a:lnTo>
                <a:lnTo>
                  <a:pt x="46034" y="92774"/>
                </a:lnTo>
                <a:lnTo>
                  <a:pt x="34204" y="88802"/>
                </a:lnTo>
                <a:lnTo>
                  <a:pt x="32642" y="81353"/>
                </a:lnTo>
                <a:lnTo>
                  <a:pt x="17650" y="78581"/>
                </a:lnTo>
                <a:lnTo>
                  <a:pt x="22908" y="71056"/>
                </a:lnTo>
                <a:lnTo>
                  <a:pt x="10801" y="37738"/>
                </a:lnTo>
                <a:lnTo>
                  <a:pt x="17697" y="29032"/>
                </a:lnTo>
                <a:lnTo>
                  <a:pt x="14097" y="25698"/>
                </a:lnTo>
                <a:lnTo>
                  <a:pt x="9439" y="34328"/>
                </a:lnTo>
                <a:lnTo>
                  <a:pt x="1819" y="33414"/>
                </a:lnTo>
                <a:lnTo>
                  <a:pt x="0" y="21374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22" name="State - ND - North Dakota"/>
          <p:cNvSpPr/>
          <p:nvPr/>
        </p:nvSpPr>
        <p:spPr>
          <a:xfrm>
            <a:off x="5372062" y="1474613"/>
            <a:ext cx="1083726" cy="681133"/>
          </a:xfrm>
          <a:custGeom>
            <a:avLst/>
            <a:gdLst/>
            <a:ahLst/>
            <a:cxnLst/>
            <a:rect l="l" t="t" r="r" b="b"/>
            <a:pathLst>
              <a:path w="1083726" h="681133">
                <a:moveTo>
                  <a:pt x="53007" y="0"/>
                </a:moveTo>
                <a:lnTo>
                  <a:pt x="498700" y="30270"/>
                </a:lnTo>
                <a:lnTo>
                  <a:pt x="995458" y="45834"/>
                </a:lnTo>
                <a:lnTo>
                  <a:pt x="1001735" y="83401"/>
                </a:lnTo>
                <a:lnTo>
                  <a:pt x="1012889" y="110985"/>
                </a:lnTo>
                <a:lnTo>
                  <a:pt x="1003392" y="139970"/>
                </a:lnTo>
                <a:lnTo>
                  <a:pt x="1009231" y="194558"/>
                </a:lnTo>
                <a:lnTo>
                  <a:pt x="1005326" y="222314"/>
                </a:lnTo>
                <a:lnTo>
                  <a:pt x="1044616" y="334070"/>
                </a:lnTo>
                <a:lnTo>
                  <a:pt x="1046378" y="458086"/>
                </a:lnTo>
                <a:lnTo>
                  <a:pt x="1056961" y="475164"/>
                </a:lnTo>
                <a:lnTo>
                  <a:pt x="1050617" y="498815"/>
                </a:lnTo>
                <a:lnTo>
                  <a:pt x="1050884" y="530666"/>
                </a:lnTo>
                <a:lnTo>
                  <a:pt x="1062123" y="576405"/>
                </a:lnTo>
                <a:lnTo>
                  <a:pt x="1079011" y="598942"/>
                </a:lnTo>
                <a:lnTo>
                  <a:pt x="1083726" y="681133"/>
                </a:lnTo>
                <a:lnTo>
                  <a:pt x="584692" y="667741"/>
                </a:lnTo>
                <a:lnTo>
                  <a:pt x="0" y="629917"/>
                </a:lnTo>
                <a:lnTo>
                  <a:pt x="52816" y="2581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23" name="State - DE - Delaware"/>
          <p:cNvSpPr/>
          <p:nvPr/>
        </p:nvSpPr>
        <p:spPr>
          <a:xfrm>
            <a:off x="9721939" y="3084605"/>
            <a:ext cx="173126" cy="288827"/>
          </a:xfrm>
          <a:custGeom>
            <a:avLst/>
            <a:gdLst/>
            <a:ahLst/>
            <a:cxnLst/>
            <a:rect l="l" t="t" r="r" b="b"/>
            <a:pathLst>
              <a:path w="173126" h="288827">
                <a:moveTo>
                  <a:pt x="39872" y="43815"/>
                </a:moveTo>
                <a:lnTo>
                  <a:pt x="39834" y="49206"/>
                </a:lnTo>
                <a:lnTo>
                  <a:pt x="39405" y="43958"/>
                </a:lnTo>
                <a:close/>
                <a:moveTo>
                  <a:pt x="0" y="32614"/>
                </a:moveTo>
                <a:lnTo>
                  <a:pt x="9954" y="13097"/>
                </a:lnTo>
                <a:lnTo>
                  <a:pt x="21574" y="3839"/>
                </a:lnTo>
                <a:lnTo>
                  <a:pt x="39948" y="0"/>
                </a:lnTo>
                <a:lnTo>
                  <a:pt x="56083" y="4420"/>
                </a:lnTo>
                <a:lnTo>
                  <a:pt x="31747" y="47654"/>
                </a:lnTo>
                <a:lnTo>
                  <a:pt x="41853" y="57741"/>
                </a:lnTo>
                <a:lnTo>
                  <a:pt x="42481" y="79381"/>
                </a:lnTo>
                <a:lnTo>
                  <a:pt x="80953" y="115595"/>
                </a:lnTo>
                <a:lnTo>
                  <a:pt x="89592" y="154124"/>
                </a:lnTo>
                <a:lnTo>
                  <a:pt x="106251" y="167402"/>
                </a:lnTo>
                <a:lnTo>
                  <a:pt x="111900" y="182318"/>
                </a:lnTo>
                <a:lnTo>
                  <a:pt x="134550" y="200187"/>
                </a:lnTo>
                <a:lnTo>
                  <a:pt x="144542" y="203263"/>
                </a:lnTo>
                <a:lnTo>
                  <a:pt x="150847" y="198634"/>
                </a:lnTo>
                <a:lnTo>
                  <a:pt x="173126" y="268214"/>
                </a:lnTo>
                <a:lnTo>
                  <a:pt x="70999" y="288827"/>
                </a:lnTo>
                <a:lnTo>
                  <a:pt x="952" y="37043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24" name="State - CA - California"/>
          <p:cNvSpPr/>
          <p:nvPr/>
        </p:nvSpPr>
        <p:spPr>
          <a:xfrm>
            <a:off x="2134762" y="2340026"/>
            <a:ext cx="1323880" cy="2270227"/>
          </a:xfrm>
          <a:custGeom>
            <a:avLst/>
            <a:gdLst/>
            <a:ahLst/>
            <a:cxnLst/>
            <a:rect l="l" t="t" r="r" b="b"/>
            <a:pathLst>
              <a:path w="1323880" h="2270227">
                <a:moveTo>
                  <a:pt x="539039" y="1968179"/>
                </a:moveTo>
                <a:lnTo>
                  <a:pt x="574796" y="1991477"/>
                </a:lnTo>
                <a:lnTo>
                  <a:pt x="580920" y="2014290"/>
                </a:lnTo>
                <a:lnTo>
                  <a:pt x="554746" y="2004612"/>
                </a:lnTo>
                <a:lnTo>
                  <a:pt x="555422" y="1984553"/>
                </a:lnTo>
                <a:lnTo>
                  <a:pt x="538744" y="1969760"/>
                </a:lnTo>
                <a:close/>
                <a:moveTo>
                  <a:pt x="516607" y="2059048"/>
                </a:moveTo>
                <a:lnTo>
                  <a:pt x="522675" y="2060915"/>
                </a:lnTo>
                <a:lnTo>
                  <a:pt x="548183" y="2112731"/>
                </a:lnTo>
                <a:lnTo>
                  <a:pt x="535667" y="2113331"/>
                </a:lnTo>
                <a:lnTo>
                  <a:pt x="527294" y="2101834"/>
                </a:lnTo>
                <a:lnTo>
                  <a:pt x="515636" y="2062334"/>
                </a:lnTo>
                <a:close/>
                <a:moveTo>
                  <a:pt x="426263" y="1823980"/>
                </a:moveTo>
                <a:lnTo>
                  <a:pt x="440226" y="1827228"/>
                </a:lnTo>
                <a:lnTo>
                  <a:pt x="425844" y="1824352"/>
                </a:lnTo>
                <a:close/>
                <a:moveTo>
                  <a:pt x="365389" y="1968075"/>
                </a:moveTo>
                <a:lnTo>
                  <a:pt x="374237" y="1968951"/>
                </a:lnTo>
                <a:lnTo>
                  <a:pt x="387868" y="1984667"/>
                </a:lnTo>
                <a:lnTo>
                  <a:pt x="375542" y="1983200"/>
                </a:lnTo>
                <a:lnTo>
                  <a:pt x="365712" y="1972675"/>
                </a:lnTo>
                <a:close/>
                <a:moveTo>
                  <a:pt x="350091" y="1791233"/>
                </a:moveTo>
                <a:lnTo>
                  <a:pt x="393468" y="1816208"/>
                </a:lnTo>
                <a:lnTo>
                  <a:pt x="402736" y="1810664"/>
                </a:lnTo>
                <a:lnTo>
                  <a:pt x="414004" y="1816837"/>
                </a:lnTo>
                <a:lnTo>
                  <a:pt x="405394" y="1823047"/>
                </a:lnTo>
                <a:lnTo>
                  <a:pt x="370675" y="1822085"/>
                </a:lnTo>
                <a:lnTo>
                  <a:pt x="352635" y="1812884"/>
                </a:lnTo>
                <a:lnTo>
                  <a:pt x="354835" y="1802244"/>
                </a:lnTo>
                <a:lnTo>
                  <a:pt x="348986" y="1792662"/>
                </a:lnTo>
                <a:close/>
                <a:moveTo>
                  <a:pt x="291694" y="1792453"/>
                </a:moveTo>
                <a:lnTo>
                  <a:pt x="327336" y="1794358"/>
                </a:lnTo>
                <a:lnTo>
                  <a:pt x="324907" y="1801492"/>
                </a:lnTo>
                <a:lnTo>
                  <a:pt x="335251" y="1807826"/>
                </a:lnTo>
                <a:lnTo>
                  <a:pt x="334651" y="1816065"/>
                </a:lnTo>
                <a:lnTo>
                  <a:pt x="306924" y="1819446"/>
                </a:lnTo>
                <a:lnTo>
                  <a:pt x="291370" y="1792929"/>
                </a:lnTo>
                <a:close/>
                <a:moveTo>
                  <a:pt x="260137" y="1776498"/>
                </a:moveTo>
                <a:lnTo>
                  <a:pt x="275615" y="1772069"/>
                </a:lnTo>
                <a:lnTo>
                  <a:pt x="283759" y="1785680"/>
                </a:lnTo>
                <a:lnTo>
                  <a:pt x="258804" y="1778156"/>
                </a:lnTo>
                <a:close/>
                <a:moveTo>
                  <a:pt x="159906" y="922334"/>
                </a:moveTo>
                <a:lnTo>
                  <a:pt x="160963" y="927678"/>
                </a:lnTo>
                <a:lnTo>
                  <a:pt x="159572" y="923144"/>
                </a:lnTo>
                <a:close/>
                <a:moveTo>
                  <a:pt x="151200" y="913152"/>
                </a:moveTo>
                <a:lnTo>
                  <a:pt x="155153" y="912819"/>
                </a:lnTo>
                <a:lnTo>
                  <a:pt x="151343" y="914419"/>
                </a:lnTo>
                <a:close/>
                <a:moveTo>
                  <a:pt x="129597" y="0"/>
                </a:moveTo>
                <a:lnTo>
                  <a:pt x="752589" y="176413"/>
                </a:lnTo>
                <a:lnTo>
                  <a:pt x="595084" y="785679"/>
                </a:lnTo>
                <a:lnTo>
                  <a:pt x="1270311" y="1801682"/>
                </a:lnTo>
                <a:lnTo>
                  <a:pt x="1264882" y="1828229"/>
                </a:lnTo>
                <a:lnTo>
                  <a:pt x="1285580" y="1866900"/>
                </a:lnTo>
                <a:lnTo>
                  <a:pt x="1293190" y="1907276"/>
                </a:lnTo>
                <a:lnTo>
                  <a:pt x="1289314" y="1921888"/>
                </a:lnTo>
                <a:lnTo>
                  <a:pt x="1320060" y="1951111"/>
                </a:lnTo>
                <a:lnTo>
                  <a:pt x="1323880" y="1969579"/>
                </a:lnTo>
                <a:lnTo>
                  <a:pt x="1304715" y="1982857"/>
                </a:lnTo>
                <a:lnTo>
                  <a:pt x="1266377" y="1996659"/>
                </a:lnTo>
                <a:lnTo>
                  <a:pt x="1263072" y="2009870"/>
                </a:lnTo>
                <a:lnTo>
                  <a:pt x="1243146" y="2024758"/>
                </a:lnTo>
                <a:lnTo>
                  <a:pt x="1246537" y="2032025"/>
                </a:lnTo>
                <a:lnTo>
                  <a:pt x="1239536" y="2049647"/>
                </a:lnTo>
                <a:lnTo>
                  <a:pt x="1240898" y="2072811"/>
                </a:lnTo>
                <a:lnTo>
                  <a:pt x="1233259" y="2078326"/>
                </a:lnTo>
                <a:lnTo>
                  <a:pt x="1229439" y="2103844"/>
                </a:lnTo>
                <a:lnTo>
                  <a:pt x="1205446" y="2126790"/>
                </a:lnTo>
                <a:lnTo>
                  <a:pt x="1189377" y="2127580"/>
                </a:lnTo>
                <a:lnTo>
                  <a:pt x="1191920" y="2139125"/>
                </a:lnTo>
                <a:lnTo>
                  <a:pt x="1184243" y="2148288"/>
                </a:lnTo>
                <a:lnTo>
                  <a:pt x="1192473" y="2159327"/>
                </a:lnTo>
                <a:lnTo>
                  <a:pt x="1179652" y="2193188"/>
                </a:lnTo>
                <a:lnTo>
                  <a:pt x="1184472" y="2205752"/>
                </a:lnTo>
                <a:lnTo>
                  <a:pt x="1208989" y="2211448"/>
                </a:lnTo>
                <a:lnTo>
                  <a:pt x="1215352" y="2225030"/>
                </a:lnTo>
                <a:lnTo>
                  <a:pt x="1210218" y="2251177"/>
                </a:lnTo>
                <a:lnTo>
                  <a:pt x="1197569" y="2259721"/>
                </a:lnTo>
                <a:lnTo>
                  <a:pt x="1196759" y="2267331"/>
                </a:lnTo>
                <a:lnTo>
                  <a:pt x="1180433" y="2270227"/>
                </a:lnTo>
                <a:lnTo>
                  <a:pt x="1166384" y="2263778"/>
                </a:lnTo>
                <a:lnTo>
                  <a:pt x="1162260" y="2268674"/>
                </a:lnTo>
                <a:lnTo>
                  <a:pt x="743845" y="2219201"/>
                </a:lnTo>
                <a:lnTo>
                  <a:pt x="742731" y="2189350"/>
                </a:lnTo>
                <a:lnTo>
                  <a:pt x="738769" y="2184825"/>
                </a:lnTo>
                <a:lnTo>
                  <a:pt x="729482" y="2186902"/>
                </a:lnTo>
                <a:lnTo>
                  <a:pt x="731263" y="2150735"/>
                </a:lnTo>
                <a:lnTo>
                  <a:pt x="738778" y="2139420"/>
                </a:lnTo>
                <a:lnTo>
                  <a:pt x="737492" y="2097548"/>
                </a:lnTo>
                <a:lnTo>
                  <a:pt x="720900" y="2050104"/>
                </a:lnTo>
                <a:lnTo>
                  <a:pt x="698106" y="2013775"/>
                </a:lnTo>
                <a:lnTo>
                  <a:pt x="687314" y="2007003"/>
                </a:lnTo>
                <a:lnTo>
                  <a:pt x="679485" y="1987744"/>
                </a:lnTo>
                <a:lnTo>
                  <a:pt x="658682" y="1969084"/>
                </a:lnTo>
                <a:lnTo>
                  <a:pt x="631365" y="1930794"/>
                </a:lnTo>
                <a:lnTo>
                  <a:pt x="623792" y="1926869"/>
                </a:lnTo>
                <a:lnTo>
                  <a:pt x="620278" y="1932803"/>
                </a:lnTo>
                <a:lnTo>
                  <a:pt x="602170" y="1934232"/>
                </a:lnTo>
                <a:lnTo>
                  <a:pt x="584235" y="1921964"/>
                </a:lnTo>
                <a:lnTo>
                  <a:pt x="582959" y="1914601"/>
                </a:lnTo>
                <a:lnTo>
                  <a:pt x="592274" y="1902543"/>
                </a:lnTo>
                <a:lnTo>
                  <a:pt x="580187" y="1859356"/>
                </a:lnTo>
                <a:lnTo>
                  <a:pt x="542877" y="1849307"/>
                </a:lnTo>
                <a:lnTo>
                  <a:pt x="531324" y="1853155"/>
                </a:lnTo>
                <a:lnTo>
                  <a:pt x="482232" y="1819685"/>
                </a:lnTo>
                <a:lnTo>
                  <a:pt x="470230" y="1806750"/>
                </a:lnTo>
                <a:lnTo>
                  <a:pt x="466058" y="1779565"/>
                </a:lnTo>
                <a:lnTo>
                  <a:pt x="427091" y="1738046"/>
                </a:lnTo>
                <a:lnTo>
                  <a:pt x="374885" y="1725740"/>
                </a:lnTo>
                <a:lnTo>
                  <a:pt x="355454" y="1709537"/>
                </a:lnTo>
                <a:lnTo>
                  <a:pt x="334185" y="1701222"/>
                </a:lnTo>
                <a:lnTo>
                  <a:pt x="278387" y="1692183"/>
                </a:lnTo>
                <a:lnTo>
                  <a:pt x="275815" y="1675190"/>
                </a:lnTo>
                <a:lnTo>
                  <a:pt x="257346" y="1660903"/>
                </a:lnTo>
                <a:lnTo>
                  <a:pt x="270929" y="1634433"/>
                </a:lnTo>
                <a:lnTo>
                  <a:pt x="267614" y="1622412"/>
                </a:lnTo>
                <a:lnTo>
                  <a:pt x="277578" y="1602829"/>
                </a:lnTo>
                <a:lnTo>
                  <a:pt x="270129" y="1590866"/>
                </a:lnTo>
                <a:lnTo>
                  <a:pt x="285302" y="1560681"/>
                </a:lnTo>
                <a:lnTo>
                  <a:pt x="287160" y="1544193"/>
                </a:lnTo>
                <a:lnTo>
                  <a:pt x="256232" y="1521419"/>
                </a:lnTo>
                <a:lnTo>
                  <a:pt x="251851" y="1511237"/>
                </a:lnTo>
                <a:lnTo>
                  <a:pt x="262776" y="1492644"/>
                </a:lnTo>
                <a:lnTo>
                  <a:pt x="263728" y="1474746"/>
                </a:lnTo>
                <a:lnTo>
                  <a:pt x="246126" y="1463383"/>
                </a:lnTo>
                <a:lnTo>
                  <a:pt x="229210" y="1420778"/>
                </a:lnTo>
                <a:lnTo>
                  <a:pt x="212198" y="1407719"/>
                </a:lnTo>
                <a:lnTo>
                  <a:pt x="210560" y="1383525"/>
                </a:lnTo>
                <a:lnTo>
                  <a:pt x="195291" y="1356998"/>
                </a:lnTo>
                <a:lnTo>
                  <a:pt x="195101" y="1331938"/>
                </a:lnTo>
                <a:lnTo>
                  <a:pt x="184976" y="1323737"/>
                </a:lnTo>
                <a:lnTo>
                  <a:pt x="175889" y="1290542"/>
                </a:lnTo>
                <a:lnTo>
                  <a:pt x="150200" y="1253490"/>
                </a:lnTo>
                <a:lnTo>
                  <a:pt x="157715" y="1199445"/>
                </a:lnTo>
                <a:lnTo>
                  <a:pt x="151524" y="1193225"/>
                </a:lnTo>
                <a:lnTo>
                  <a:pt x="161439" y="1183719"/>
                </a:lnTo>
                <a:lnTo>
                  <a:pt x="167021" y="1192921"/>
                </a:lnTo>
                <a:lnTo>
                  <a:pt x="172088" y="1192282"/>
                </a:lnTo>
                <a:lnTo>
                  <a:pt x="184985" y="1177347"/>
                </a:lnTo>
                <a:lnTo>
                  <a:pt x="194501" y="1156421"/>
                </a:lnTo>
                <a:lnTo>
                  <a:pt x="189938" y="1127303"/>
                </a:lnTo>
                <a:lnTo>
                  <a:pt x="181804" y="1114854"/>
                </a:lnTo>
                <a:lnTo>
                  <a:pt x="173669" y="1117816"/>
                </a:lnTo>
                <a:lnTo>
                  <a:pt x="152629" y="1111510"/>
                </a:lnTo>
                <a:lnTo>
                  <a:pt x="119015" y="1049541"/>
                </a:lnTo>
                <a:lnTo>
                  <a:pt x="129111" y="1016670"/>
                </a:lnTo>
                <a:lnTo>
                  <a:pt x="128045" y="989828"/>
                </a:lnTo>
                <a:lnTo>
                  <a:pt x="120720" y="975312"/>
                </a:lnTo>
                <a:lnTo>
                  <a:pt x="130902" y="954872"/>
                </a:lnTo>
                <a:lnTo>
                  <a:pt x="135617" y="926297"/>
                </a:lnTo>
                <a:lnTo>
                  <a:pt x="143065" y="921858"/>
                </a:lnTo>
                <a:lnTo>
                  <a:pt x="156439" y="930078"/>
                </a:lnTo>
                <a:lnTo>
                  <a:pt x="157391" y="943737"/>
                </a:lnTo>
                <a:lnTo>
                  <a:pt x="150409" y="946556"/>
                </a:lnTo>
                <a:lnTo>
                  <a:pt x="151066" y="966826"/>
                </a:lnTo>
                <a:lnTo>
                  <a:pt x="146828" y="967835"/>
                </a:lnTo>
                <a:lnTo>
                  <a:pt x="179870" y="999782"/>
                </a:lnTo>
                <a:lnTo>
                  <a:pt x="183480" y="1012031"/>
                </a:lnTo>
                <a:lnTo>
                  <a:pt x="192757" y="1012412"/>
                </a:lnTo>
                <a:lnTo>
                  <a:pt x="183251" y="999582"/>
                </a:lnTo>
                <a:lnTo>
                  <a:pt x="184280" y="964825"/>
                </a:lnTo>
                <a:lnTo>
                  <a:pt x="174212" y="950176"/>
                </a:lnTo>
                <a:lnTo>
                  <a:pt x="176689" y="943918"/>
                </a:lnTo>
                <a:lnTo>
                  <a:pt x="164592" y="933907"/>
                </a:lnTo>
                <a:lnTo>
                  <a:pt x="173850" y="911790"/>
                </a:lnTo>
                <a:lnTo>
                  <a:pt x="163116" y="906294"/>
                </a:lnTo>
                <a:lnTo>
                  <a:pt x="159372" y="893207"/>
                </a:lnTo>
                <a:lnTo>
                  <a:pt x="170021" y="892950"/>
                </a:lnTo>
                <a:lnTo>
                  <a:pt x="171945" y="885977"/>
                </a:lnTo>
                <a:lnTo>
                  <a:pt x="185728" y="887682"/>
                </a:lnTo>
                <a:lnTo>
                  <a:pt x="190338" y="877681"/>
                </a:lnTo>
                <a:lnTo>
                  <a:pt x="175489" y="858355"/>
                </a:lnTo>
                <a:lnTo>
                  <a:pt x="158629" y="860412"/>
                </a:lnTo>
                <a:lnTo>
                  <a:pt x="152038" y="878796"/>
                </a:lnTo>
                <a:lnTo>
                  <a:pt x="157763" y="888016"/>
                </a:lnTo>
                <a:lnTo>
                  <a:pt x="145971" y="896893"/>
                </a:lnTo>
                <a:lnTo>
                  <a:pt x="153352" y="909457"/>
                </a:lnTo>
                <a:lnTo>
                  <a:pt x="144266" y="904075"/>
                </a:lnTo>
                <a:lnTo>
                  <a:pt x="143742" y="918858"/>
                </a:lnTo>
                <a:lnTo>
                  <a:pt x="135531" y="917905"/>
                </a:lnTo>
                <a:lnTo>
                  <a:pt x="120567" y="894902"/>
                </a:lnTo>
                <a:lnTo>
                  <a:pt x="109499" y="891683"/>
                </a:lnTo>
                <a:lnTo>
                  <a:pt x="95869" y="863184"/>
                </a:lnTo>
                <a:lnTo>
                  <a:pt x="83782" y="856345"/>
                </a:lnTo>
                <a:lnTo>
                  <a:pt x="75552" y="862546"/>
                </a:lnTo>
                <a:lnTo>
                  <a:pt x="69094" y="860317"/>
                </a:lnTo>
                <a:lnTo>
                  <a:pt x="89516" y="831247"/>
                </a:lnTo>
                <a:lnTo>
                  <a:pt x="91859" y="806987"/>
                </a:lnTo>
                <a:lnTo>
                  <a:pt x="87030" y="796223"/>
                </a:lnTo>
                <a:lnTo>
                  <a:pt x="80420" y="796128"/>
                </a:lnTo>
                <a:lnTo>
                  <a:pt x="79077" y="763248"/>
                </a:lnTo>
                <a:lnTo>
                  <a:pt x="54473" y="730748"/>
                </a:lnTo>
                <a:lnTo>
                  <a:pt x="45520" y="698649"/>
                </a:lnTo>
                <a:lnTo>
                  <a:pt x="14935" y="641728"/>
                </a:lnTo>
                <a:lnTo>
                  <a:pt x="15078" y="633717"/>
                </a:lnTo>
                <a:lnTo>
                  <a:pt x="27232" y="620449"/>
                </a:lnTo>
                <a:lnTo>
                  <a:pt x="25946" y="551393"/>
                </a:lnTo>
                <a:lnTo>
                  <a:pt x="47101" y="511873"/>
                </a:lnTo>
                <a:lnTo>
                  <a:pt x="51073" y="451752"/>
                </a:lnTo>
                <a:lnTo>
                  <a:pt x="28556" y="401488"/>
                </a:lnTo>
                <a:lnTo>
                  <a:pt x="28461" y="385201"/>
                </a:lnTo>
                <a:lnTo>
                  <a:pt x="0" y="341928"/>
                </a:lnTo>
                <a:lnTo>
                  <a:pt x="5658" y="331870"/>
                </a:lnTo>
                <a:lnTo>
                  <a:pt x="4010" y="304219"/>
                </a:lnTo>
                <a:lnTo>
                  <a:pt x="68628" y="227771"/>
                </a:lnTo>
                <a:lnTo>
                  <a:pt x="84839" y="199311"/>
                </a:lnTo>
                <a:lnTo>
                  <a:pt x="80220" y="192329"/>
                </a:lnTo>
                <a:lnTo>
                  <a:pt x="83134" y="176470"/>
                </a:lnTo>
                <a:lnTo>
                  <a:pt x="97946" y="159068"/>
                </a:lnTo>
                <a:lnTo>
                  <a:pt x="117300" y="118882"/>
                </a:lnTo>
                <a:lnTo>
                  <a:pt x="121853" y="59188"/>
                </a:lnTo>
                <a:lnTo>
                  <a:pt x="109823" y="41234"/>
                </a:lnTo>
                <a:lnTo>
                  <a:pt x="129654" y="3315"/>
                </a:lnTo>
                <a:close/>
              </a:path>
            </a:pathLst>
          </a:custGeom>
          <a:solidFill>
            <a:srgbClr val="00B38F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25" name="State - TN - Tennessee"/>
          <p:cNvSpPr/>
          <p:nvPr/>
        </p:nvSpPr>
        <p:spPr>
          <a:xfrm>
            <a:off x="7499880" y="3932130"/>
            <a:ext cx="1405966" cy="490109"/>
          </a:xfrm>
          <a:custGeom>
            <a:avLst/>
            <a:gdLst/>
            <a:ahLst/>
            <a:cxnLst/>
            <a:rect l="l" t="t" r="r" b="b"/>
            <a:pathLst>
              <a:path w="1405966" h="490109">
                <a:moveTo>
                  <a:pt x="83382" y="273225"/>
                </a:moveTo>
                <a:lnTo>
                  <a:pt x="89878" y="268595"/>
                </a:lnTo>
                <a:lnTo>
                  <a:pt x="92212" y="253413"/>
                </a:lnTo>
                <a:lnTo>
                  <a:pt x="104966" y="243326"/>
                </a:lnTo>
                <a:lnTo>
                  <a:pt x="85658" y="220399"/>
                </a:lnTo>
                <a:lnTo>
                  <a:pt x="112833" y="218151"/>
                </a:lnTo>
                <a:lnTo>
                  <a:pt x="97641" y="204330"/>
                </a:lnTo>
                <a:lnTo>
                  <a:pt x="114871" y="195386"/>
                </a:lnTo>
                <a:lnTo>
                  <a:pt x="108575" y="166726"/>
                </a:lnTo>
                <a:lnTo>
                  <a:pt x="117491" y="166211"/>
                </a:lnTo>
                <a:lnTo>
                  <a:pt x="120348" y="174546"/>
                </a:lnTo>
                <a:lnTo>
                  <a:pt x="128740" y="165106"/>
                </a:lnTo>
                <a:lnTo>
                  <a:pt x="147990" y="162049"/>
                </a:lnTo>
                <a:lnTo>
                  <a:pt x="354387" y="148228"/>
                </a:lnTo>
                <a:lnTo>
                  <a:pt x="357045" y="138817"/>
                </a:lnTo>
                <a:lnTo>
                  <a:pt x="348358" y="110538"/>
                </a:lnTo>
                <a:lnTo>
                  <a:pt x="385048" y="110471"/>
                </a:lnTo>
                <a:lnTo>
                  <a:pt x="385000" y="116900"/>
                </a:lnTo>
                <a:lnTo>
                  <a:pt x="592884" y="93583"/>
                </a:lnTo>
                <a:lnTo>
                  <a:pt x="597532" y="97136"/>
                </a:lnTo>
                <a:lnTo>
                  <a:pt x="606419" y="92240"/>
                </a:lnTo>
                <a:lnTo>
                  <a:pt x="975922" y="63637"/>
                </a:lnTo>
                <a:lnTo>
                  <a:pt x="1071572" y="53445"/>
                </a:lnTo>
                <a:lnTo>
                  <a:pt x="1073591" y="49311"/>
                </a:lnTo>
                <a:lnTo>
                  <a:pt x="1359465" y="10773"/>
                </a:lnTo>
                <a:lnTo>
                  <a:pt x="1360665" y="5915"/>
                </a:lnTo>
                <a:lnTo>
                  <a:pt x="1405966" y="0"/>
                </a:lnTo>
                <a:lnTo>
                  <a:pt x="1398346" y="17259"/>
                </a:lnTo>
                <a:lnTo>
                  <a:pt x="1402575" y="31147"/>
                </a:lnTo>
                <a:lnTo>
                  <a:pt x="1397232" y="44977"/>
                </a:lnTo>
                <a:lnTo>
                  <a:pt x="1404766" y="59045"/>
                </a:lnTo>
                <a:lnTo>
                  <a:pt x="1388707" y="56607"/>
                </a:lnTo>
                <a:lnTo>
                  <a:pt x="1372810" y="70904"/>
                </a:lnTo>
                <a:lnTo>
                  <a:pt x="1357836" y="111738"/>
                </a:lnTo>
                <a:lnTo>
                  <a:pt x="1342815" y="117358"/>
                </a:lnTo>
                <a:lnTo>
                  <a:pt x="1338005" y="108471"/>
                </a:lnTo>
                <a:lnTo>
                  <a:pt x="1326852" y="108071"/>
                </a:lnTo>
                <a:lnTo>
                  <a:pt x="1304858" y="120510"/>
                </a:lnTo>
                <a:lnTo>
                  <a:pt x="1276198" y="158972"/>
                </a:lnTo>
                <a:lnTo>
                  <a:pt x="1267025" y="157401"/>
                </a:lnTo>
                <a:lnTo>
                  <a:pt x="1267835" y="144085"/>
                </a:lnTo>
                <a:lnTo>
                  <a:pt x="1259776" y="137531"/>
                </a:lnTo>
                <a:lnTo>
                  <a:pt x="1238755" y="154448"/>
                </a:lnTo>
                <a:lnTo>
                  <a:pt x="1236088" y="170307"/>
                </a:lnTo>
                <a:lnTo>
                  <a:pt x="1220086" y="168726"/>
                </a:lnTo>
                <a:lnTo>
                  <a:pt x="1221924" y="183432"/>
                </a:lnTo>
                <a:lnTo>
                  <a:pt x="1209513" y="206512"/>
                </a:lnTo>
                <a:lnTo>
                  <a:pt x="1195454" y="205026"/>
                </a:lnTo>
                <a:lnTo>
                  <a:pt x="1182033" y="212188"/>
                </a:lnTo>
                <a:lnTo>
                  <a:pt x="1178624" y="220075"/>
                </a:lnTo>
                <a:lnTo>
                  <a:pt x="1168013" y="223628"/>
                </a:lnTo>
                <a:lnTo>
                  <a:pt x="1162136" y="237611"/>
                </a:lnTo>
                <a:lnTo>
                  <a:pt x="1153030" y="238382"/>
                </a:lnTo>
                <a:lnTo>
                  <a:pt x="1131294" y="261814"/>
                </a:lnTo>
                <a:lnTo>
                  <a:pt x="1085793" y="267957"/>
                </a:lnTo>
                <a:lnTo>
                  <a:pt x="1068905" y="279321"/>
                </a:lnTo>
                <a:lnTo>
                  <a:pt x="1048350" y="305019"/>
                </a:lnTo>
                <a:lnTo>
                  <a:pt x="1051084" y="327641"/>
                </a:lnTo>
                <a:lnTo>
                  <a:pt x="1046693" y="334851"/>
                </a:lnTo>
                <a:lnTo>
                  <a:pt x="1024757" y="343957"/>
                </a:lnTo>
                <a:lnTo>
                  <a:pt x="1018089" y="338633"/>
                </a:lnTo>
                <a:lnTo>
                  <a:pt x="1008088" y="349082"/>
                </a:lnTo>
                <a:lnTo>
                  <a:pt x="1008898" y="399193"/>
                </a:lnTo>
                <a:lnTo>
                  <a:pt x="585902" y="445056"/>
                </a:lnTo>
                <a:lnTo>
                  <a:pt x="0" y="490109"/>
                </a:lnTo>
                <a:lnTo>
                  <a:pt x="2286" y="480355"/>
                </a:lnTo>
                <a:lnTo>
                  <a:pt x="16888" y="482737"/>
                </a:lnTo>
                <a:lnTo>
                  <a:pt x="23860" y="460591"/>
                </a:lnTo>
                <a:lnTo>
                  <a:pt x="39205" y="457857"/>
                </a:lnTo>
                <a:lnTo>
                  <a:pt x="29899" y="447532"/>
                </a:lnTo>
                <a:lnTo>
                  <a:pt x="36385" y="442551"/>
                </a:lnTo>
                <a:lnTo>
                  <a:pt x="33318" y="435216"/>
                </a:lnTo>
                <a:lnTo>
                  <a:pt x="20031" y="428720"/>
                </a:lnTo>
                <a:lnTo>
                  <a:pt x="29642" y="423186"/>
                </a:lnTo>
                <a:lnTo>
                  <a:pt x="34004" y="407384"/>
                </a:lnTo>
                <a:lnTo>
                  <a:pt x="24879" y="400564"/>
                </a:lnTo>
                <a:lnTo>
                  <a:pt x="19441" y="409289"/>
                </a:lnTo>
                <a:lnTo>
                  <a:pt x="17974" y="400031"/>
                </a:lnTo>
                <a:lnTo>
                  <a:pt x="30709" y="386582"/>
                </a:lnTo>
                <a:lnTo>
                  <a:pt x="36957" y="404022"/>
                </a:lnTo>
                <a:lnTo>
                  <a:pt x="46015" y="395726"/>
                </a:lnTo>
                <a:lnTo>
                  <a:pt x="37100" y="379476"/>
                </a:lnTo>
                <a:lnTo>
                  <a:pt x="39319" y="370256"/>
                </a:lnTo>
                <a:lnTo>
                  <a:pt x="61284" y="376047"/>
                </a:lnTo>
                <a:lnTo>
                  <a:pt x="51540" y="361912"/>
                </a:lnTo>
                <a:lnTo>
                  <a:pt x="68170" y="345919"/>
                </a:lnTo>
                <a:lnTo>
                  <a:pt x="55093" y="346529"/>
                </a:lnTo>
                <a:lnTo>
                  <a:pt x="49473" y="333270"/>
                </a:lnTo>
                <a:lnTo>
                  <a:pt x="57312" y="325831"/>
                </a:lnTo>
                <a:lnTo>
                  <a:pt x="72866" y="326984"/>
                </a:lnTo>
                <a:lnTo>
                  <a:pt x="78591" y="314477"/>
                </a:lnTo>
                <a:lnTo>
                  <a:pt x="92069" y="310429"/>
                </a:lnTo>
                <a:lnTo>
                  <a:pt x="78610" y="301981"/>
                </a:lnTo>
                <a:lnTo>
                  <a:pt x="82715" y="292208"/>
                </a:lnTo>
                <a:lnTo>
                  <a:pt x="99574" y="296332"/>
                </a:lnTo>
                <a:lnTo>
                  <a:pt x="99298" y="288950"/>
                </a:lnTo>
                <a:lnTo>
                  <a:pt x="85239" y="275530"/>
                </a:lnTo>
                <a:close/>
              </a:path>
            </a:pathLst>
          </a:custGeom>
          <a:solidFill>
            <a:srgbClr val="FE5000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26" name="State - NH - New Hampshire"/>
          <p:cNvSpPr/>
          <p:nvPr/>
        </p:nvSpPr>
        <p:spPr>
          <a:xfrm>
            <a:off x="10049961" y="1811617"/>
            <a:ext cx="271786" cy="573357"/>
          </a:xfrm>
          <a:custGeom>
            <a:avLst/>
            <a:gdLst/>
            <a:ahLst/>
            <a:cxnLst/>
            <a:rect l="l" t="t" r="r" b="b"/>
            <a:pathLst>
              <a:path w="271786" h="573357">
                <a:moveTo>
                  <a:pt x="51092" y="74590"/>
                </a:moveTo>
                <a:lnTo>
                  <a:pt x="48501" y="62932"/>
                </a:lnTo>
                <a:lnTo>
                  <a:pt x="55474" y="49597"/>
                </a:lnTo>
                <a:lnTo>
                  <a:pt x="55626" y="32375"/>
                </a:lnTo>
                <a:lnTo>
                  <a:pt x="47454" y="26984"/>
                </a:lnTo>
                <a:lnTo>
                  <a:pt x="55864" y="25879"/>
                </a:lnTo>
                <a:lnTo>
                  <a:pt x="66408" y="8182"/>
                </a:lnTo>
                <a:lnTo>
                  <a:pt x="76781" y="16793"/>
                </a:lnTo>
                <a:lnTo>
                  <a:pt x="90126" y="14688"/>
                </a:lnTo>
                <a:lnTo>
                  <a:pt x="94602" y="0"/>
                </a:lnTo>
                <a:lnTo>
                  <a:pt x="208893" y="348729"/>
                </a:lnTo>
                <a:lnTo>
                  <a:pt x="212341" y="382810"/>
                </a:lnTo>
                <a:lnTo>
                  <a:pt x="247231" y="408965"/>
                </a:lnTo>
                <a:lnTo>
                  <a:pt x="250117" y="429520"/>
                </a:lnTo>
                <a:lnTo>
                  <a:pt x="271786" y="438283"/>
                </a:lnTo>
                <a:lnTo>
                  <a:pt x="265481" y="480651"/>
                </a:lnTo>
                <a:lnTo>
                  <a:pt x="250403" y="481632"/>
                </a:lnTo>
                <a:lnTo>
                  <a:pt x="234858" y="491795"/>
                </a:lnTo>
                <a:lnTo>
                  <a:pt x="232886" y="503777"/>
                </a:lnTo>
                <a:lnTo>
                  <a:pt x="217875" y="507282"/>
                </a:lnTo>
                <a:lnTo>
                  <a:pt x="219342" y="522313"/>
                </a:lnTo>
                <a:lnTo>
                  <a:pt x="209712" y="523799"/>
                </a:lnTo>
                <a:lnTo>
                  <a:pt x="205016" y="534934"/>
                </a:lnTo>
                <a:lnTo>
                  <a:pt x="31975" y="573357"/>
                </a:lnTo>
                <a:lnTo>
                  <a:pt x="21488" y="567557"/>
                </a:lnTo>
                <a:lnTo>
                  <a:pt x="10401" y="548526"/>
                </a:lnTo>
                <a:lnTo>
                  <a:pt x="9430" y="529761"/>
                </a:lnTo>
                <a:lnTo>
                  <a:pt x="19793" y="516055"/>
                </a:lnTo>
                <a:lnTo>
                  <a:pt x="10525" y="487670"/>
                </a:lnTo>
                <a:lnTo>
                  <a:pt x="11097" y="451990"/>
                </a:lnTo>
                <a:lnTo>
                  <a:pt x="4829" y="439855"/>
                </a:lnTo>
                <a:lnTo>
                  <a:pt x="0" y="398431"/>
                </a:lnTo>
                <a:lnTo>
                  <a:pt x="6029" y="391125"/>
                </a:lnTo>
                <a:lnTo>
                  <a:pt x="4763" y="368617"/>
                </a:lnTo>
                <a:lnTo>
                  <a:pt x="15202" y="351977"/>
                </a:lnTo>
                <a:lnTo>
                  <a:pt x="13325" y="332575"/>
                </a:lnTo>
                <a:lnTo>
                  <a:pt x="20898" y="310277"/>
                </a:lnTo>
                <a:lnTo>
                  <a:pt x="16335" y="303505"/>
                </a:lnTo>
                <a:lnTo>
                  <a:pt x="23489" y="280321"/>
                </a:lnTo>
                <a:lnTo>
                  <a:pt x="9058" y="245697"/>
                </a:lnTo>
                <a:lnTo>
                  <a:pt x="11468" y="234420"/>
                </a:lnTo>
                <a:lnTo>
                  <a:pt x="41148" y="219370"/>
                </a:lnTo>
                <a:lnTo>
                  <a:pt x="41729" y="209560"/>
                </a:lnTo>
                <a:lnTo>
                  <a:pt x="54407" y="202625"/>
                </a:lnTo>
                <a:lnTo>
                  <a:pt x="67294" y="180546"/>
                </a:lnTo>
                <a:lnTo>
                  <a:pt x="61560" y="169488"/>
                </a:lnTo>
                <a:lnTo>
                  <a:pt x="68666" y="161668"/>
                </a:lnTo>
                <a:lnTo>
                  <a:pt x="46292" y="132140"/>
                </a:lnTo>
                <a:lnTo>
                  <a:pt x="57607" y="96260"/>
                </a:lnTo>
                <a:lnTo>
                  <a:pt x="47006" y="79810"/>
                </a:lnTo>
                <a:lnTo>
                  <a:pt x="56207" y="73181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27" name="State - OR - Oregon"/>
          <p:cNvSpPr/>
          <p:nvPr/>
        </p:nvSpPr>
        <p:spPr>
          <a:xfrm>
            <a:off x="2250291" y="1502493"/>
            <a:ext cx="1326937" cy="1120092"/>
          </a:xfrm>
          <a:custGeom>
            <a:avLst/>
            <a:gdLst/>
            <a:ahLst/>
            <a:cxnLst/>
            <a:rect l="l" t="t" r="r" b="b"/>
            <a:pathLst>
              <a:path w="1326937" h="1120092">
                <a:moveTo>
                  <a:pt x="366217" y="13887"/>
                </a:moveTo>
                <a:lnTo>
                  <a:pt x="377457" y="16059"/>
                </a:lnTo>
                <a:lnTo>
                  <a:pt x="377800" y="34100"/>
                </a:lnTo>
                <a:lnTo>
                  <a:pt x="383943" y="43605"/>
                </a:lnTo>
                <a:lnTo>
                  <a:pt x="421662" y="46292"/>
                </a:lnTo>
                <a:lnTo>
                  <a:pt x="445141" y="75152"/>
                </a:lnTo>
                <a:lnTo>
                  <a:pt x="450561" y="103308"/>
                </a:lnTo>
                <a:lnTo>
                  <a:pt x="439969" y="166087"/>
                </a:lnTo>
                <a:lnTo>
                  <a:pt x="454019" y="180413"/>
                </a:lnTo>
                <a:lnTo>
                  <a:pt x="499167" y="207664"/>
                </a:lnTo>
                <a:lnTo>
                  <a:pt x="547421" y="204121"/>
                </a:lnTo>
                <a:lnTo>
                  <a:pt x="576215" y="194015"/>
                </a:lnTo>
                <a:lnTo>
                  <a:pt x="590131" y="200463"/>
                </a:lnTo>
                <a:lnTo>
                  <a:pt x="616334" y="200854"/>
                </a:lnTo>
                <a:lnTo>
                  <a:pt x="629917" y="211607"/>
                </a:lnTo>
                <a:lnTo>
                  <a:pt x="642566" y="212703"/>
                </a:lnTo>
                <a:lnTo>
                  <a:pt x="657863" y="224142"/>
                </a:lnTo>
                <a:lnTo>
                  <a:pt x="661045" y="239068"/>
                </a:lnTo>
                <a:lnTo>
                  <a:pt x="678132" y="233667"/>
                </a:lnTo>
                <a:lnTo>
                  <a:pt x="701354" y="241992"/>
                </a:lnTo>
                <a:lnTo>
                  <a:pt x="743531" y="231057"/>
                </a:lnTo>
                <a:lnTo>
                  <a:pt x="762276" y="247079"/>
                </a:lnTo>
                <a:lnTo>
                  <a:pt x="773563" y="249022"/>
                </a:lnTo>
                <a:lnTo>
                  <a:pt x="802176" y="250755"/>
                </a:lnTo>
                <a:lnTo>
                  <a:pt x="841800" y="239859"/>
                </a:lnTo>
                <a:lnTo>
                  <a:pt x="885120" y="243964"/>
                </a:lnTo>
                <a:lnTo>
                  <a:pt x="898084" y="233791"/>
                </a:lnTo>
                <a:lnTo>
                  <a:pt x="965511" y="247860"/>
                </a:lnTo>
                <a:lnTo>
                  <a:pt x="988428" y="239173"/>
                </a:lnTo>
                <a:lnTo>
                  <a:pt x="1280389" y="308781"/>
                </a:lnTo>
                <a:lnTo>
                  <a:pt x="1291571" y="347520"/>
                </a:lnTo>
                <a:lnTo>
                  <a:pt x="1301667" y="349568"/>
                </a:lnTo>
                <a:lnTo>
                  <a:pt x="1306268" y="360026"/>
                </a:lnTo>
                <a:lnTo>
                  <a:pt x="1321470" y="369608"/>
                </a:lnTo>
                <a:lnTo>
                  <a:pt x="1326937" y="402774"/>
                </a:lnTo>
                <a:lnTo>
                  <a:pt x="1284370" y="453409"/>
                </a:lnTo>
                <a:lnTo>
                  <a:pt x="1268301" y="488166"/>
                </a:lnTo>
                <a:lnTo>
                  <a:pt x="1245918" y="508721"/>
                </a:lnTo>
                <a:lnTo>
                  <a:pt x="1239145" y="536067"/>
                </a:lnTo>
                <a:lnTo>
                  <a:pt x="1222581" y="554536"/>
                </a:lnTo>
                <a:lnTo>
                  <a:pt x="1201617" y="561965"/>
                </a:lnTo>
                <a:lnTo>
                  <a:pt x="1180281" y="598027"/>
                </a:lnTo>
                <a:lnTo>
                  <a:pt x="1166841" y="606504"/>
                </a:lnTo>
                <a:lnTo>
                  <a:pt x="1160326" y="623402"/>
                </a:lnTo>
                <a:lnTo>
                  <a:pt x="1165212" y="637356"/>
                </a:lnTo>
                <a:lnTo>
                  <a:pt x="1158640" y="644223"/>
                </a:lnTo>
                <a:lnTo>
                  <a:pt x="1161098" y="649872"/>
                </a:lnTo>
                <a:lnTo>
                  <a:pt x="1168317" y="654844"/>
                </a:lnTo>
                <a:lnTo>
                  <a:pt x="1175004" y="651710"/>
                </a:lnTo>
                <a:lnTo>
                  <a:pt x="1180090" y="663750"/>
                </a:lnTo>
                <a:lnTo>
                  <a:pt x="1191920" y="663454"/>
                </a:lnTo>
                <a:lnTo>
                  <a:pt x="1190444" y="672894"/>
                </a:lnTo>
                <a:lnTo>
                  <a:pt x="1200026" y="682971"/>
                </a:lnTo>
                <a:lnTo>
                  <a:pt x="1184500" y="695525"/>
                </a:lnTo>
                <a:lnTo>
                  <a:pt x="1186177" y="715994"/>
                </a:lnTo>
                <a:lnTo>
                  <a:pt x="1179614" y="718309"/>
                </a:lnTo>
                <a:lnTo>
                  <a:pt x="1179509" y="729577"/>
                </a:lnTo>
                <a:lnTo>
                  <a:pt x="1164707" y="745798"/>
                </a:lnTo>
                <a:lnTo>
                  <a:pt x="1081545" y="1120092"/>
                </a:lnTo>
                <a:lnTo>
                  <a:pt x="831180" y="1063209"/>
                </a:lnTo>
                <a:lnTo>
                  <a:pt x="483003" y="973560"/>
                </a:lnTo>
                <a:lnTo>
                  <a:pt x="26537" y="841667"/>
                </a:lnTo>
                <a:lnTo>
                  <a:pt x="14068" y="837533"/>
                </a:lnTo>
                <a:lnTo>
                  <a:pt x="4410" y="822884"/>
                </a:lnTo>
                <a:lnTo>
                  <a:pt x="0" y="807663"/>
                </a:lnTo>
                <a:lnTo>
                  <a:pt x="2677" y="760905"/>
                </a:lnTo>
                <a:lnTo>
                  <a:pt x="25022" y="702974"/>
                </a:lnTo>
                <a:lnTo>
                  <a:pt x="20974" y="678590"/>
                </a:lnTo>
                <a:lnTo>
                  <a:pt x="15297" y="675932"/>
                </a:lnTo>
                <a:lnTo>
                  <a:pt x="16240" y="653463"/>
                </a:lnTo>
                <a:lnTo>
                  <a:pt x="39976" y="625764"/>
                </a:lnTo>
                <a:lnTo>
                  <a:pt x="67380" y="575081"/>
                </a:lnTo>
                <a:lnTo>
                  <a:pt x="66646" y="567033"/>
                </a:lnTo>
                <a:lnTo>
                  <a:pt x="84372" y="554412"/>
                </a:lnTo>
                <a:lnTo>
                  <a:pt x="106451" y="524237"/>
                </a:lnTo>
                <a:lnTo>
                  <a:pt x="143980" y="447980"/>
                </a:lnTo>
                <a:lnTo>
                  <a:pt x="198644" y="311591"/>
                </a:lnTo>
                <a:lnTo>
                  <a:pt x="204873" y="283112"/>
                </a:lnTo>
                <a:lnTo>
                  <a:pt x="239820" y="217989"/>
                </a:lnTo>
                <a:lnTo>
                  <a:pt x="251774" y="184242"/>
                </a:lnTo>
                <a:lnTo>
                  <a:pt x="246859" y="178441"/>
                </a:lnTo>
                <a:lnTo>
                  <a:pt x="255737" y="170374"/>
                </a:lnTo>
                <a:lnTo>
                  <a:pt x="276111" y="116548"/>
                </a:lnTo>
                <a:lnTo>
                  <a:pt x="285683" y="57569"/>
                </a:lnTo>
                <a:lnTo>
                  <a:pt x="295342" y="53788"/>
                </a:lnTo>
                <a:lnTo>
                  <a:pt x="301600" y="35166"/>
                </a:lnTo>
                <a:lnTo>
                  <a:pt x="298523" y="0"/>
                </a:lnTo>
                <a:lnTo>
                  <a:pt x="317640" y="21403"/>
                </a:lnTo>
                <a:lnTo>
                  <a:pt x="318268" y="14602"/>
                </a:lnTo>
                <a:lnTo>
                  <a:pt x="334423" y="14373"/>
                </a:lnTo>
                <a:lnTo>
                  <a:pt x="341919" y="21660"/>
                </a:lnTo>
                <a:lnTo>
                  <a:pt x="365493" y="16031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28" name="State - VT - Vermont"/>
          <p:cNvSpPr/>
          <p:nvPr/>
        </p:nvSpPr>
        <p:spPr>
          <a:xfrm>
            <a:off x="9838363" y="1884797"/>
            <a:ext cx="280264" cy="526256"/>
          </a:xfrm>
          <a:custGeom>
            <a:avLst/>
            <a:gdLst/>
            <a:ahLst/>
            <a:cxnLst/>
            <a:rect l="l" t="t" r="r" b="b"/>
            <a:pathLst>
              <a:path w="280264" h="526256">
                <a:moveTo>
                  <a:pt x="190" y="68447"/>
                </a:moveTo>
                <a:lnTo>
                  <a:pt x="267805" y="0"/>
                </a:lnTo>
                <a:lnTo>
                  <a:pt x="258604" y="6629"/>
                </a:lnTo>
                <a:lnTo>
                  <a:pt x="269205" y="23079"/>
                </a:lnTo>
                <a:lnTo>
                  <a:pt x="257889" y="58960"/>
                </a:lnTo>
                <a:lnTo>
                  <a:pt x="280264" y="88487"/>
                </a:lnTo>
                <a:lnTo>
                  <a:pt x="273158" y="96307"/>
                </a:lnTo>
                <a:lnTo>
                  <a:pt x="278892" y="107366"/>
                </a:lnTo>
                <a:lnTo>
                  <a:pt x="266005" y="129445"/>
                </a:lnTo>
                <a:lnTo>
                  <a:pt x="253327" y="136379"/>
                </a:lnTo>
                <a:lnTo>
                  <a:pt x="252746" y="146190"/>
                </a:lnTo>
                <a:lnTo>
                  <a:pt x="223066" y="161239"/>
                </a:lnTo>
                <a:lnTo>
                  <a:pt x="220656" y="172517"/>
                </a:lnTo>
                <a:lnTo>
                  <a:pt x="235087" y="207140"/>
                </a:lnTo>
                <a:lnTo>
                  <a:pt x="227933" y="230324"/>
                </a:lnTo>
                <a:lnTo>
                  <a:pt x="232496" y="237096"/>
                </a:lnTo>
                <a:lnTo>
                  <a:pt x="224923" y="259394"/>
                </a:lnTo>
                <a:lnTo>
                  <a:pt x="226800" y="278797"/>
                </a:lnTo>
                <a:lnTo>
                  <a:pt x="216360" y="295437"/>
                </a:lnTo>
                <a:lnTo>
                  <a:pt x="217627" y="317944"/>
                </a:lnTo>
                <a:lnTo>
                  <a:pt x="211598" y="325250"/>
                </a:lnTo>
                <a:lnTo>
                  <a:pt x="216427" y="366674"/>
                </a:lnTo>
                <a:lnTo>
                  <a:pt x="222695" y="378809"/>
                </a:lnTo>
                <a:lnTo>
                  <a:pt x="222123" y="414490"/>
                </a:lnTo>
                <a:lnTo>
                  <a:pt x="231391" y="442874"/>
                </a:lnTo>
                <a:lnTo>
                  <a:pt x="221028" y="456581"/>
                </a:lnTo>
                <a:lnTo>
                  <a:pt x="221999" y="475345"/>
                </a:lnTo>
                <a:lnTo>
                  <a:pt x="233086" y="494376"/>
                </a:lnTo>
                <a:lnTo>
                  <a:pt x="243573" y="500177"/>
                </a:lnTo>
                <a:lnTo>
                  <a:pt x="121882" y="526256"/>
                </a:lnTo>
                <a:lnTo>
                  <a:pt x="87840" y="364484"/>
                </a:lnTo>
                <a:lnTo>
                  <a:pt x="73790" y="347872"/>
                </a:lnTo>
                <a:lnTo>
                  <a:pt x="64389" y="350920"/>
                </a:lnTo>
                <a:lnTo>
                  <a:pt x="63684" y="363236"/>
                </a:lnTo>
                <a:lnTo>
                  <a:pt x="57512" y="360378"/>
                </a:lnTo>
                <a:lnTo>
                  <a:pt x="60217" y="320183"/>
                </a:lnTo>
                <a:lnTo>
                  <a:pt x="51711" y="311744"/>
                </a:lnTo>
                <a:lnTo>
                  <a:pt x="51692" y="299952"/>
                </a:lnTo>
                <a:lnTo>
                  <a:pt x="34100" y="267757"/>
                </a:lnTo>
                <a:lnTo>
                  <a:pt x="33747" y="236468"/>
                </a:lnTo>
                <a:lnTo>
                  <a:pt x="41319" y="218618"/>
                </a:lnTo>
                <a:lnTo>
                  <a:pt x="33233" y="199282"/>
                </a:lnTo>
                <a:lnTo>
                  <a:pt x="35433" y="182375"/>
                </a:lnTo>
                <a:lnTo>
                  <a:pt x="12764" y="149676"/>
                </a:lnTo>
                <a:lnTo>
                  <a:pt x="12563" y="113119"/>
                </a:lnTo>
                <a:lnTo>
                  <a:pt x="2877" y="103394"/>
                </a:lnTo>
                <a:lnTo>
                  <a:pt x="5372" y="87182"/>
                </a:lnTo>
                <a:lnTo>
                  <a:pt x="0" y="72038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29" name="State - HI - Hawaii"/>
          <p:cNvSpPr/>
          <p:nvPr/>
        </p:nvSpPr>
        <p:spPr>
          <a:xfrm>
            <a:off x="3951084" y="5721058"/>
            <a:ext cx="1064324" cy="688915"/>
          </a:xfrm>
          <a:custGeom>
            <a:avLst/>
            <a:gdLst/>
            <a:ahLst/>
            <a:cxnLst/>
            <a:rect l="l" t="t" r="r" b="b"/>
            <a:pathLst>
              <a:path w="1064324" h="688915">
                <a:moveTo>
                  <a:pt x="818769" y="517655"/>
                </a:moveTo>
                <a:lnTo>
                  <a:pt x="822074" y="507616"/>
                </a:lnTo>
                <a:lnTo>
                  <a:pt x="834561" y="495033"/>
                </a:lnTo>
                <a:lnTo>
                  <a:pt x="844563" y="493271"/>
                </a:lnTo>
                <a:lnTo>
                  <a:pt x="862422" y="468220"/>
                </a:lnTo>
                <a:lnTo>
                  <a:pt x="864003" y="457743"/>
                </a:lnTo>
                <a:lnTo>
                  <a:pt x="852364" y="441293"/>
                </a:lnTo>
                <a:lnTo>
                  <a:pt x="848011" y="422348"/>
                </a:lnTo>
                <a:lnTo>
                  <a:pt x="851059" y="410956"/>
                </a:lnTo>
                <a:lnTo>
                  <a:pt x="858374" y="407546"/>
                </a:lnTo>
                <a:lnTo>
                  <a:pt x="874128" y="412471"/>
                </a:lnTo>
                <a:lnTo>
                  <a:pt x="908571" y="437912"/>
                </a:lnTo>
                <a:lnTo>
                  <a:pt x="935926" y="442617"/>
                </a:lnTo>
                <a:lnTo>
                  <a:pt x="985523" y="468897"/>
                </a:lnTo>
                <a:lnTo>
                  <a:pt x="1009259" y="493243"/>
                </a:lnTo>
                <a:lnTo>
                  <a:pt x="1009231" y="519303"/>
                </a:lnTo>
                <a:lnTo>
                  <a:pt x="1025738" y="517208"/>
                </a:lnTo>
                <a:lnTo>
                  <a:pt x="1031348" y="538858"/>
                </a:lnTo>
                <a:lnTo>
                  <a:pt x="1064324" y="562537"/>
                </a:lnTo>
                <a:lnTo>
                  <a:pt x="1057237" y="575091"/>
                </a:lnTo>
                <a:lnTo>
                  <a:pt x="1025519" y="600418"/>
                </a:lnTo>
                <a:lnTo>
                  <a:pt x="996029" y="614648"/>
                </a:lnTo>
                <a:lnTo>
                  <a:pt x="968540" y="615629"/>
                </a:lnTo>
                <a:lnTo>
                  <a:pt x="928373" y="642128"/>
                </a:lnTo>
                <a:lnTo>
                  <a:pt x="908656" y="676685"/>
                </a:lnTo>
                <a:lnTo>
                  <a:pt x="893359" y="688915"/>
                </a:lnTo>
                <a:lnTo>
                  <a:pt x="884749" y="677675"/>
                </a:lnTo>
                <a:lnTo>
                  <a:pt x="854011" y="663740"/>
                </a:lnTo>
                <a:lnTo>
                  <a:pt x="848258" y="653548"/>
                </a:lnTo>
                <a:lnTo>
                  <a:pt x="852659" y="601818"/>
                </a:lnTo>
                <a:lnTo>
                  <a:pt x="833857" y="544725"/>
                </a:lnTo>
                <a:lnTo>
                  <a:pt x="817455" y="519951"/>
                </a:lnTo>
                <a:close/>
                <a:moveTo>
                  <a:pt x="691620" y="353939"/>
                </a:moveTo>
                <a:lnTo>
                  <a:pt x="715870" y="338557"/>
                </a:lnTo>
                <a:lnTo>
                  <a:pt x="722509" y="344033"/>
                </a:lnTo>
                <a:lnTo>
                  <a:pt x="721814" y="356845"/>
                </a:lnTo>
                <a:lnTo>
                  <a:pt x="698687" y="359378"/>
                </a:lnTo>
                <a:lnTo>
                  <a:pt x="691820" y="355140"/>
                </a:lnTo>
                <a:close/>
                <a:moveTo>
                  <a:pt x="691505" y="272882"/>
                </a:moveTo>
                <a:lnTo>
                  <a:pt x="698211" y="254984"/>
                </a:lnTo>
                <a:lnTo>
                  <a:pt x="709803" y="249307"/>
                </a:lnTo>
                <a:lnTo>
                  <a:pt x="721538" y="255356"/>
                </a:lnTo>
                <a:lnTo>
                  <a:pt x="735578" y="278216"/>
                </a:lnTo>
                <a:lnTo>
                  <a:pt x="764953" y="266624"/>
                </a:lnTo>
                <a:lnTo>
                  <a:pt x="781021" y="269138"/>
                </a:lnTo>
                <a:lnTo>
                  <a:pt x="805920" y="291951"/>
                </a:lnTo>
                <a:lnTo>
                  <a:pt x="827913" y="298447"/>
                </a:lnTo>
                <a:lnTo>
                  <a:pt x="831171" y="313525"/>
                </a:lnTo>
                <a:lnTo>
                  <a:pt x="818264" y="327746"/>
                </a:lnTo>
                <a:lnTo>
                  <a:pt x="803291" y="333346"/>
                </a:lnTo>
                <a:lnTo>
                  <a:pt x="747370" y="342090"/>
                </a:lnTo>
                <a:lnTo>
                  <a:pt x="741693" y="337576"/>
                </a:lnTo>
                <a:lnTo>
                  <a:pt x="737730" y="301590"/>
                </a:lnTo>
                <a:lnTo>
                  <a:pt x="730348" y="297818"/>
                </a:lnTo>
                <a:lnTo>
                  <a:pt x="723300" y="302295"/>
                </a:lnTo>
                <a:lnTo>
                  <a:pt x="704869" y="293456"/>
                </a:lnTo>
                <a:lnTo>
                  <a:pt x="691991" y="273768"/>
                </a:lnTo>
                <a:close/>
                <a:moveTo>
                  <a:pt x="620525" y="276282"/>
                </a:moveTo>
                <a:lnTo>
                  <a:pt x="634756" y="270539"/>
                </a:lnTo>
                <a:lnTo>
                  <a:pt x="652891" y="273996"/>
                </a:lnTo>
                <a:lnTo>
                  <a:pt x="670074" y="295989"/>
                </a:lnTo>
                <a:lnTo>
                  <a:pt x="662845" y="306143"/>
                </a:lnTo>
                <a:lnTo>
                  <a:pt x="639051" y="311353"/>
                </a:lnTo>
                <a:lnTo>
                  <a:pt x="634355" y="292389"/>
                </a:lnTo>
                <a:lnTo>
                  <a:pt x="620792" y="279130"/>
                </a:lnTo>
                <a:close/>
                <a:moveTo>
                  <a:pt x="571976" y="235410"/>
                </a:moveTo>
                <a:lnTo>
                  <a:pt x="583940" y="218294"/>
                </a:lnTo>
                <a:lnTo>
                  <a:pt x="582501" y="209426"/>
                </a:lnTo>
                <a:lnTo>
                  <a:pt x="632936" y="218770"/>
                </a:lnTo>
                <a:lnTo>
                  <a:pt x="637842" y="211265"/>
                </a:lnTo>
                <a:lnTo>
                  <a:pt x="651634" y="222494"/>
                </a:lnTo>
                <a:lnTo>
                  <a:pt x="677437" y="219199"/>
                </a:lnTo>
                <a:lnTo>
                  <a:pt x="689648" y="223609"/>
                </a:lnTo>
                <a:lnTo>
                  <a:pt x="671455" y="242583"/>
                </a:lnTo>
                <a:lnTo>
                  <a:pt x="656796" y="246278"/>
                </a:lnTo>
                <a:lnTo>
                  <a:pt x="614067" y="235039"/>
                </a:lnTo>
                <a:lnTo>
                  <a:pt x="574300" y="237125"/>
                </a:lnTo>
                <a:close/>
                <a:moveTo>
                  <a:pt x="383334" y="136122"/>
                </a:moveTo>
                <a:lnTo>
                  <a:pt x="413033" y="134617"/>
                </a:lnTo>
                <a:lnTo>
                  <a:pt x="434102" y="111309"/>
                </a:lnTo>
                <a:lnTo>
                  <a:pt x="443770" y="108709"/>
                </a:lnTo>
                <a:lnTo>
                  <a:pt x="469344" y="146580"/>
                </a:lnTo>
                <a:lnTo>
                  <a:pt x="468506" y="161144"/>
                </a:lnTo>
                <a:lnTo>
                  <a:pt x="480765" y="171040"/>
                </a:lnTo>
                <a:lnTo>
                  <a:pt x="481936" y="161544"/>
                </a:lnTo>
                <a:lnTo>
                  <a:pt x="491642" y="161268"/>
                </a:lnTo>
                <a:lnTo>
                  <a:pt x="488471" y="172612"/>
                </a:lnTo>
                <a:lnTo>
                  <a:pt x="505520" y="194481"/>
                </a:lnTo>
                <a:lnTo>
                  <a:pt x="495910" y="201663"/>
                </a:lnTo>
                <a:lnTo>
                  <a:pt x="489652" y="197910"/>
                </a:lnTo>
                <a:lnTo>
                  <a:pt x="474507" y="202902"/>
                </a:lnTo>
                <a:lnTo>
                  <a:pt x="443598" y="188252"/>
                </a:lnTo>
                <a:lnTo>
                  <a:pt x="415290" y="193529"/>
                </a:lnTo>
                <a:lnTo>
                  <a:pt x="391963" y="155019"/>
                </a:lnTo>
                <a:lnTo>
                  <a:pt x="391763" y="144170"/>
                </a:lnTo>
                <a:lnTo>
                  <a:pt x="382972" y="136741"/>
                </a:lnTo>
                <a:close/>
                <a:moveTo>
                  <a:pt x="89611" y="40605"/>
                </a:moveTo>
                <a:lnTo>
                  <a:pt x="103156" y="15611"/>
                </a:lnTo>
                <a:lnTo>
                  <a:pt x="130245" y="1057"/>
                </a:lnTo>
                <a:lnTo>
                  <a:pt x="144599" y="5725"/>
                </a:lnTo>
                <a:lnTo>
                  <a:pt x="148390" y="0"/>
                </a:lnTo>
                <a:lnTo>
                  <a:pt x="165668" y="133"/>
                </a:lnTo>
                <a:lnTo>
                  <a:pt x="178775" y="6372"/>
                </a:lnTo>
                <a:lnTo>
                  <a:pt x="185976" y="18745"/>
                </a:lnTo>
                <a:lnTo>
                  <a:pt x="177565" y="56312"/>
                </a:lnTo>
                <a:lnTo>
                  <a:pt x="156058" y="74581"/>
                </a:lnTo>
                <a:lnTo>
                  <a:pt x="124997" y="69323"/>
                </a:lnTo>
                <a:lnTo>
                  <a:pt x="90145" y="43834"/>
                </a:lnTo>
                <a:close/>
                <a:moveTo>
                  <a:pt x="0" y="78553"/>
                </a:moveTo>
                <a:lnTo>
                  <a:pt x="26746" y="47749"/>
                </a:lnTo>
                <a:lnTo>
                  <a:pt x="37414" y="47663"/>
                </a:lnTo>
                <a:lnTo>
                  <a:pt x="32928" y="66818"/>
                </a:lnTo>
                <a:lnTo>
                  <a:pt x="16678" y="74028"/>
                </a:lnTo>
                <a:lnTo>
                  <a:pt x="8125" y="90688"/>
                </a:lnTo>
                <a:lnTo>
                  <a:pt x="152" y="83277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30" name="State - NM - New Mexico"/>
          <p:cNvSpPr/>
          <p:nvPr/>
        </p:nvSpPr>
        <p:spPr>
          <a:xfrm>
            <a:off x="4231224" y="3882581"/>
            <a:ext cx="1153611" cy="1197454"/>
          </a:xfrm>
          <a:custGeom>
            <a:avLst/>
            <a:gdLst/>
            <a:ahLst/>
            <a:cxnLst/>
            <a:rect l="l" t="t" r="r" b="b"/>
            <a:pathLst>
              <a:path w="1153611" h="1197454">
                <a:moveTo>
                  <a:pt x="163554" y="0"/>
                </a:moveTo>
                <a:lnTo>
                  <a:pt x="613458" y="56617"/>
                </a:lnTo>
                <a:lnTo>
                  <a:pt x="1153611" y="104584"/>
                </a:lnTo>
                <a:lnTo>
                  <a:pt x="1145829" y="209398"/>
                </a:lnTo>
                <a:lnTo>
                  <a:pt x="1139304" y="208902"/>
                </a:lnTo>
                <a:lnTo>
                  <a:pt x="1065438" y="1150572"/>
                </a:lnTo>
                <a:lnTo>
                  <a:pt x="443313" y="1092537"/>
                </a:lnTo>
                <a:lnTo>
                  <a:pt x="437131" y="1120121"/>
                </a:lnTo>
                <a:lnTo>
                  <a:pt x="454057" y="1139504"/>
                </a:lnTo>
                <a:lnTo>
                  <a:pt x="159982" y="1104071"/>
                </a:lnTo>
                <a:lnTo>
                  <a:pt x="147895" y="1197454"/>
                </a:lnTo>
                <a:lnTo>
                  <a:pt x="0" y="1177871"/>
                </a:lnTo>
                <a:lnTo>
                  <a:pt x="162697" y="6163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31" name="State - LA - Louisiana"/>
          <p:cNvSpPr/>
          <p:nvPr/>
        </p:nvSpPr>
        <p:spPr>
          <a:xfrm>
            <a:off x="6877212" y="4847682"/>
            <a:ext cx="954615" cy="830980"/>
          </a:xfrm>
          <a:custGeom>
            <a:avLst/>
            <a:gdLst/>
            <a:ahLst/>
            <a:cxnLst/>
            <a:rect l="l" t="t" r="r" b="b"/>
            <a:pathLst>
              <a:path w="954615" h="830980">
                <a:moveTo>
                  <a:pt x="0" y="14707"/>
                </a:moveTo>
                <a:lnTo>
                  <a:pt x="499158" y="0"/>
                </a:lnTo>
                <a:lnTo>
                  <a:pt x="491633" y="15907"/>
                </a:lnTo>
                <a:lnTo>
                  <a:pt x="499558" y="21993"/>
                </a:lnTo>
                <a:lnTo>
                  <a:pt x="505644" y="17850"/>
                </a:lnTo>
                <a:lnTo>
                  <a:pt x="504730" y="4886"/>
                </a:lnTo>
                <a:lnTo>
                  <a:pt x="511826" y="3534"/>
                </a:lnTo>
                <a:lnTo>
                  <a:pt x="517903" y="20698"/>
                </a:lnTo>
                <a:lnTo>
                  <a:pt x="504549" y="33604"/>
                </a:lnTo>
                <a:lnTo>
                  <a:pt x="501987" y="52949"/>
                </a:lnTo>
                <a:lnTo>
                  <a:pt x="521570" y="58674"/>
                </a:lnTo>
                <a:lnTo>
                  <a:pt x="505873" y="81153"/>
                </a:lnTo>
                <a:lnTo>
                  <a:pt x="511693" y="87392"/>
                </a:lnTo>
                <a:lnTo>
                  <a:pt x="529476" y="74781"/>
                </a:lnTo>
                <a:lnTo>
                  <a:pt x="530609" y="82810"/>
                </a:lnTo>
                <a:lnTo>
                  <a:pt x="519522" y="92431"/>
                </a:lnTo>
                <a:lnTo>
                  <a:pt x="535791" y="104832"/>
                </a:lnTo>
                <a:lnTo>
                  <a:pt x="526971" y="106394"/>
                </a:lnTo>
                <a:lnTo>
                  <a:pt x="515950" y="95574"/>
                </a:lnTo>
                <a:lnTo>
                  <a:pt x="513455" y="108623"/>
                </a:lnTo>
                <a:lnTo>
                  <a:pt x="524951" y="117405"/>
                </a:lnTo>
                <a:lnTo>
                  <a:pt x="539486" y="116415"/>
                </a:lnTo>
                <a:lnTo>
                  <a:pt x="536238" y="134512"/>
                </a:lnTo>
                <a:lnTo>
                  <a:pt x="556736" y="132645"/>
                </a:lnTo>
                <a:lnTo>
                  <a:pt x="547373" y="147285"/>
                </a:lnTo>
                <a:lnTo>
                  <a:pt x="539372" y="146999"/>
                </a:lnTo>
                <a:lnTo>
                  <a:pt x="538334" y="166821"/>
                </a:lnTo>
                <a:lnTo>
                  <a:pt x="529523" y="158286"/>
                </a:lnTo>
                <a:lnTo>
                  <a:pt x="508102" y="168926"/>
                </a:lnTo>
                <a:lnTo>
                  <a:pt x="509016" y="182337"/>
                </a:lnTo>
                <a:lnTo>
                  <a:pt x="528333" y="183118"/>
                </a:lnTo>
                <a:lnTo>
                  <a:pt x="526971" y="172050"/>
                </a:lnTo>
                <a:lnTo>
                  <a:pt x="536210" y="175841"/>
                </a:lnTo>
                <a:lnTo>
                  <a:pt x="524418" y="199225"/>
                </a:lnTo>
                <a:lnTo>
                  <a:pt x="513683" y="192776"/>
                </a:lnTo>
                <a:lnTo>
                  <a:pt x="509921" y="195901"/>
                </a:lnTo>
                <a:lnTo>
                  <a:pt x="525513" y="205778"/>
                </a:lnTo>
                <a:lnTo>
                  <a:pt x="506940" y="217475"/>
                </a:lnTo>
                <a:lnTo>
                  <a:pt x="508178" y="227390"/>
                </a:lnTo>
                <a:lnTo>
                  <a:pt x="493443" y="239716"/>
                </a:lnTo>
                <a:lnTo>
                  <a:pt x="496091" y="250060"/>
                </a:lnTo>
                <a:lnTo>
                  <a:pt x="491395" y="249850"/>
                </a:lnTo>
                <a:lnTo>
                  <a:pt x="488947" y="240468"/>
                </a:lnTo>
                <a:lnTo>
                  <a:pt x="480355" y="243678"/>
                </a:lnTo>
                <a:lnTo>
                  <a:pt x="477326" y="259852"/>
                </a:lnTo>
                <a:lnTo>
                  <a:pt x="495929" y="260833"/>
                </a:lnTo>
                <a:lnTo>
                  <a:pt x="474850" y="267910"/>
                </a:lnTo>
                <a:lnTo>
                  <a:pt x="472450" y="291503"/>
                </a:lnTo>
                <a:lnTo>
                  <a:pt x="452152" y="290379"/>
                </a:lnTo>
                <a:lnTo>
                  <a:pt x="457314" y="299123"/>
                </a:lnTo>
                <a:lnTo>
                  <a:pt x="468849" y="296561"/>
                </a:lnTo>
                <a:lnTo>
                  <a:pt x="472116" y="300714"/>
                </a:lnTo>
                <a:lnTo>
                  <a:pt x="451971" y="313068"/>
                </a:lnTo>
                <a:lnTo>
                  <a:pt x="461248" y="345519"/>
                </a:lnTo>
                <a:lnTo>
                  <a:pt x="453542" y="343748"/>
                </a:lnTo>
                <a:lnTo>
                  <a:pt x="449485" y="332099"/>
                </a:lnTo>
                <a:lnTo>
                  <a:pt x="443570" y="336823"/>
                </a:lnTo>
                <a:lnTo>
                  <a:pt x="456467" y="356178"/>
                </a:lnTo>
                <a:lnTo>
                  <a:pt x="455600" y="363941"/>
                </a:lnTo>
                <a:lnTo>
                  <a:pt x="431282" y="369780"/>
                </a:lnTo>
                <a:lnTo>
                  <a:pt x="443474" y="383191"/>
                </a:lnTo>
                <a:lnTo>
                  <a:pt x="437588" y="398545"/>
                </a:lnTo>
                <a:lnTo>
                  <a:pt x="449942" y="411099"/>
                </a:lnTo>
                <a:lnTo>
                  <a:pt x="436778" y="423158"/>
                </a:lnTo>
                <a:lnTo>
                  <a:pt x="775716" y="403231"/>
                </a:lnTo>
                <a:lnTo>
                  <a:pt x="758619" y="476098"/>
                </a:lnTo>
                <a:lnTo>
                  <a:pt x="770277" y="499320"/>
                </a:lnTo>
                <a:lnTo>
                  <a:pt x="791575" y="517741"/>
                </a:lnTo>
                <a:lnTo>
                  <a:pt x="806863" y="564537"/>
                </a:lnTo>
                <a:lnTo>
                  <a:pt x="814873" y="572672"/>
                </a:lnTo>
                <a:lnTo>
                  <a:pt x="823846" y="572262"/>
                </a:lnTo>
                <a:lnTo>
                  <a:pt x="803539" y="582444"/>
                </a:lnTo>
                <a:lnTo>
                  <a:pt x="788489" y="600380"/>
                </a:lnTo>
                <a:lnTo>
                  <a:pt x="791547" y="606733"/>
                </a:lnTo>
                <a:lnTo>
                  <a:pt x="772944" y="604380"/>
                </a:lnTo>
                <a:lnTo>
                  <a:pt x="767772" y="618439"/>
                </a:lnTo>
                <a:lnTo>
                  <a:pt x="774525" y="627097"/>
                </a:lnTo>
                <a:lnTo>
                  <a:pt x="792061" y="621859"/>
                </a:lnTo>
                <a:lnTo>
                  <a:pt x="788480" y="631612"/>
                </a:lnTo>
                <a:lnTo>
                  <a:pt x="803853" y="640042"/>
                </a:lnTo>
                <a:lnTo>
                  <a:pt x="814835" y="635441"/>
                </a:lnTo>
                <a:lnTo>
                  <a:pt x="816264" y="611667"/>
                </a:lnTo>
                <a:lnTo>
                  <a:pt x="830047" y="602513"/>
                </a:lnTo>
                <a:lnTo>
                  <a:pt x="832933" y="592884"/>
                </a:lnTo>
                <a:lnTo>
                  <a:pt x="852964" y="596598"/>
                </a:lnTo>
                <a:lnTo>
                  <a:pt x="842915" y="610581"/>
                </a:lnTo>
                <a:lnTo>
                  <a:pt x="853059" y="615601"/>
                </a:lnTo>
                <a:lnTo>
                  <a:pt x="855831" y="626345"/>
                </a:lnTo>
                <a:lnTo>
                  <a:pt x="865118" y="623240"/>
                </a:lnTo>
                <a:lnTo>
                  <a:pt x="871661" y="608019"/>
                </a:lnTo>
                <a:lnTo>
                  <a:pt x="881910" y="611696"/>
                </a:lnTo>
                <a:lnTo>
                  <a:pt x="880253" y="621687"/>
                </a:lnTo>
                <a:lnTo>
                  <a:pt x="871452" y="622440"/>
                </a:lnTo>
                <a:lnTo>
                  <a:pt x="864413" y="630784"/>
                </a:lnTo>
                <a:lnTo>
                  <a:pt x="880043" y="631822"/>
                </a:lnTo>
                <a:lnTo>
                  <a:pt x="854050" y="641633"/>
                </a:lnTo>
                <a:lnTo>
                  <a:pt x="864089" y="651043"/>
                </a:lnTo>
                <a:lnTo>
                  <a:pt x="873690" y="646795"/>
                </a:lnTo>
                <a:lnTo>
                  <a:pt x="875576" y="657368"/>
                </a:lnTo>
                <a:lnTo>
                  <a:pt x="852878" y="653015"/>
                </a:lnTo>
                <a:lnTo>
                  <a:pt x="847496" y="668484"/>
                </a:lnTo>
                <a:lnTo>
                  <a:pt x="855631" y="674732"/>
                </a:lnTo>
                <a:lnTo>
                  <a:pt x="848801" y="671513"/>
                </a:lnTo>
                <a:lnTo>
                  <a:pt x="847658" y="680218"/>
                </a:lnTo>
                <a:lnTo>
                  <a:pt x="842000" y="681571"/>
                </a:lnTo>
                <a:lnTo>
                  <a:pt x="837076" y="666417"/>
                </a:lnTo>
                <a:lnTo>
                  <a:pt x="830228" y="666750"/>
                </a:lnTo>
                <a:lnTo>
                  <a:pt x="829418" y="678580"/>
                </a:lnTo>
                <a:lnTo>
                  <a:pt x="838581" y="688343"/>
                </a:lnTo>
                <a:lnTo>
                  <a:pt x="829466" y="683095"/>
                </a:lnTo>
                <a:lnTo>
                  <a:pt x="805977" y="685810"/>
                </a:lnTo>
                <a:lnTo>
                  <a:pt x="817921" y="691867"/>
                </a:lnTo>
                <a:lnTo>
                  <a:pt x="818226" y="697716"/>
                </a:lnTo>
                <a:lnTo>
                  <a:pt x="802843" y="689848"/>
                </a:lnTo>
                <a:lnTo>
                  <a:pt x="811235" y="699573"/>
                </a:lnTo>
                <a:lnTo>
                  <a:pt x="803862" y="705183"/>
                </a:lnTo>
                <a:lnTo>
                  <a:pt x="812530" y="714518"/>
                </a:lnTo>
                <a:lnTo>
                  <a:pt x="825427" y="715642"/>
                </a:lnTo>
                <a:lnTo>
                  <a:pt x="838009" y="737302"/>
                </a:lnTo>
                <a:lnTo>
                  <a:pt x="843343" y="731701"/>
                </a:lnTo>
                <a:lnTo>
                  <a:pt x="868556" y="736178"/>
                </a:lnTo>
                <a:lnTo>
                  <a:pt x="869242" y="741550"/>
                </a:lnTo>
                <a:lnTo>
                  <a:pt x="873566" y="734444"/>
                </a:lnTo>
                <a:lnTo>
                  <a:pt x="887616" y="749722"/>
                </a:lnTo>
                <a:lnTo>
                  <a:pt x="896436" y="741788"/>
                </a:lnTo>
                <a:lnTo>
                  <a:pt x="911276" y="759962"/>
                </a:lnTo>
                <a:lnTo>
                  <a:pt x="912466" y="770439"/>
                </a:lnTo>
                <a:lnTo>
                  <a:pt x="928021" y="766620"/>
                </a:lnTo>
                <a:lnTo>
                  <a:pt x="930878" y="776478"/>
                </a:lnTo>
                <a:lnTo>
                  <a:pt x="913648" y="780707"/>
                </a:lnTo>
                <a:lnTo>
                  <a:pt x="926773" y="783346"/>
                </a:lnTo>
                <a:lnTo>
                  <a:pt x="922534" y="792994"/>
                </a:lnTo>
                <a:lnTo>
                  <a:pt x="915000" y="789203"/>
                </a:lnTo>
                <a:lnTo>
                  <a:pt x="908514" y="802157"/>
                </a:lnTo>
                <a:lnTo>
                  <a:pt x="910161" y="814568"/>
                </a:lnTo>
                <a:lnTo>
                  <a:pt x="895912" y="809149"/>
                </a:lnTo>
                <a:lnTo>
                  <a:pt x="888997" y="796985"/>
                </a:lnTo>
                <a:lnTo>
                  <a:pt x="860650" y="830980"/>
                </a:lnTo>
                <a:lnTo>
                  <a:pt x="883310" y="786022"/>
                </a:lnTo>
                <a:lnTo>
                  <a:pt x="879434" y="773516"/>
                </a:lnTo>
                <a:lnTo>
                  <a:pt x="873471" y="775668"/>
                </a:lnTo>
                <a:lnTo>
                  <a:pt x="870356" y="788613"/>
                </a:lnTo>
                <a:lnTo>
                  <a:pt x="863194" y="790365"/>
                </a:lnTo>
                <a:lnTo>
                  <a:pt x="845106" y="772535"/>
                </a:lnTo>
                <a:lnTo>
                  <a:pt x="822122" y="766382"/>
                </a:lnTo>
                <a:lnTo>
                  <a:pt x="815588" y="758781"/>
                </a:lnTo>
                <a:lnTo>
                  <a:pt x="778393" y="755333"/>
                </a:lnTo>
                <a:lnTo>
                  <a:pt x="712270" y="808244"/>
                </a:lnTo>
                <a:lnTo>
                  <a:pt x="707165" y="803758"/>
                </a:lnTo>
                <a:lnTo>
                  <a:pt x="709746" y="799281"/>
                </a:lnTo>
                <a:lnTo>
                  <a:pt x="701688" y="796842"/>
                </a:lnTo>
                <a:lnTo>
                  <a:pt x="704345" y="784850"/>
                </a:lnTo>
                <a:lnTo>
                  <a:pt x="695335" y="771506"/>
                </a:lnTo>
                <a:lnTo>
                  <a:pt x="686705" y="764019"/>
                </a:lnTo>
                <a:lnTo>
                  <a:pt x="677761" y="779297"/>
                </a:lnTo>
                <a:lnTo>
                  <a:pt x="678647" y="765648"/>
                </a:lnTo>
                <a:lnTo>
                  <a:pt x="668369" y="756114"/>
                </a:lnTo>
                <a:lnTo>
                  <a:pt x="663292" y="767972"/>
                </a:lnTo>
                <a:lnTo>
                  <a:pt x="641661" y="766905"/>
                </a:lnTo>
                <a:lnTo>
                  <a:pt x="648957" y="780736"/>
                </a:lnTo>
                <a:lnTo>
                  <a:pt x="641023" y="780498"/>
                </a:lnTo>
                <a:lnTo>
                  <a:pt x="626173" y="804929"/>
                </a:lnTo>
                <a:lnTo>
                  <a:pt x="609343" y="809501"/>
                </a:lnTo>
                <a:lnTo>
                  <a:pt x="605609" y="823360"/>
                </a:lnTo>
                <a:lnTo>
                  <a:pt x="600466" y="822779"/>
                </a:lnTo>
                <a:lnTo>
                  <a:pt x="577005" y="795995"/>
                </a:lnTo>
                <a:lnTo>
                  <a:pt x="552802" y="795823"/>
                </a:lnTo>
                <a:lnTo>
                  <a:pt x="514074" y="781469"/>
                </a:lnTo>
                <a:lnTo>
                  <a:pt x="508206" y="773449"/>
                </a:lnTo>
                <a:lnTo>
                  <a:pt x="515579" y="771925"/>
                </a:lnTo>
                <a:lnTo>
                  <a:pt x="524904" y="758952"/>
                </a:lnTo>
                <a:lnTo>
                  <a:pt x="533067" y="772268"/>
                </a:lnTo>
                <a:lnTo>
                  <a:pt x="539058" y="769325"/>
                </a:lnTo>
                <a:lnTo>
                  <a:pt x="537724" y="780155"/>
                </a:lnTo>
                <a:lnTo>
                  <a:pt x="547106" y="782831"/>
                </a:lnTo>
                <a:lnTo>
                  <a:pt x="544078" y="764296"/>
                </a:lnTo>
                <a:lnTo>
                  <a:pt x="532914" y="758600"/>
                </a:lnTo>
                <a:lnTo>
                  <a:pt x="524237" y="745122"/>
                </a:lnTo>
                <a:lnTo>
                  <a:pt x="507092" y="755628"/>
                </a:lnTo>
                <a:lnTo>
                  <a:pt x="507540" y="748294"/>
                </a:lnTo>
                <a:lnTo>
                  <a:pt x="501167" y="746770"/>
                </a:lnTo>
                <a:lnTo>
                  <a:pt x="508673" y="737454"/>
                </a:lnTo>
                <a:lnTo>
                  <a:pt x="501587" y="730568"/>
                </a:lnTo>
                <a:lnTo>
                  <a:pt x="483298" y="740426"/>
                </a:lnTo>
                <a:lnTo>
                  <a:pt x="476250" y="726376"/>
                </a:lnTo>
                <a:lnTo>
                  <a:pt x="470002" y="728215"/>
                </a:lnTo>
                <a:lnTo>
                  <a:pt x="464944" y="707336"/>
                </a:lnTo>
                <a:lnTo>
                  <a:pt x="447685" y="707955"/>
                </a:lnTo>
                <a:lnTo>
                  <a:pt x="451666" y="686543"/>
                </a:lnTo>
                <a:lnTo>
                  <a:pt x="427930" y="684943"/>
                </a:lnTo>
                <a:lnTo>
                  <a:pt x="405003" y="693239"/>
                </a:lnTo>
                <a:lnTo>
                  <a:pt x="409585" y="676656"/>
                </a:lnTo>
                <a:lnTo>
                  <a:pt x="413842" y="679371"/>
                </a:lnTo>
                <a:lnTo>
                  <a:pt x="413004" y="668703"/>
                </a:lnTo>
                <a:lnTo>
                  <a:pt x="387667" y="668741"/>
                </a:lnTo>
                <a:lnTo>
                  <a:pt x="386667" y="675951"/>
                </a:lnTo>
                <a:lnTo>
                  <a:pt x="362341" y="689572"/>
                </a:lnTo>
                <a:lnTo>
                  <a:pt x="358369" y="683933"/>
                </a:lnTo>
                <a:lnTo>
                  <a:pt x="352358" y="689924"/>
                </a:lnTo>
                <a:lnTo>
                  <a:pt x="347053" y="687334"/>
                </a:lnTo>
                <a:lnTo>
                  <a:pt x="353054" y="698144"/>
                </a:lnTo>
                <a:lnTo>
                  <a:pt x="365027" y="699135"/>
                </a:lnTo>
                <a:lnTo>
                  <a:pt x="359197" y="704726"/>
                </a:lnTo>
                <a:lnTo>
                  <a:pt x="364788" y="715718"/>
                </a:lnTo>
                <a:lnTo>
                  <a:pt x="381305" y="714585"/>
                </a:lnTo>
                <a:lnTo>
                  <a:pt x="372637" y="717442"/>
                </a:lnTo>
                <a:lnTo>
                  <a:pt x="377028" y="720823"/>
                </a:lnTo>
                <a:lnTo>
                  <a:pt x="355949" y="722767"/>
                </a:lnTo>
                <a:lnTo>
                  <a:pt x="334299" y="733673"/>
                </a:lnTo>
                <a:lnTo>
                  <a:pt x="273291" y="725081"/>
                </a:lnTo>
                <a:lnTo>
                  <a:pt x="196996" y="696201"/>
                </a:lnTo>
                <a:lnTo>
                  <a:pt x="161373" y="688686"/>
                </a:lnTo>
                <a:lnTo>
                  <a:pt x="79029" y="697220"/>
                </a:lnTo>
                <a:lnTo>
                  <a:pt x="51406" y="709660"/>
                </a:lnTo>
                <a:lnTo>
                  <a:pt x="34585" y="685219"/>
                </a:lnTo>
                <a:lnTo>
                  <a:pt x="74600" y="632241"/>
                </a:lnTo>
                <a:lnTo>
                  <a:pt x="68228" y="626783"/>
                </a:lnTo>
                <a:lnTo>
                  <a:pt x="76200" y="615067"/>
                </a:lnTo>
                <a:lnTo>
                  <a:pt x="69971" y="600923"/>
                </a:lnTo>
                <a:lnTo>
                  <a:pt x="72190" y="585988"/>
                </a:lnTo>
                <a:lnTo>
                  <a:pt x="61303" y="575367"/>
                </a:lnTo>
                <a:lnTo>
                  <a:pt x="62484" y="563413"/>
                </a:lnTo>
                <a:lnTo>
                  <a:pt x="72962" y="552688"/>
                </a:lnTo>
                <a:lnTo>
                  <a:pt x="64865" y="532219"/>
                </a:lnTo>
                <a:lnTo>
                  <a:pt x="95393" y="475440"/>
                </a:lnTo>
                <a:lnTo>
                  <a:pt x="93869" y="458648"/>
                </a:lnTo>
                <a:lnTo>
                  <a:pt x="100994" y="447780"/>
                </a:lnTo>
                <a:lnTo>
                  <a:pt x="92602" y="437921"/>
                </a:lnTo>
                <a:lnTo>
                  <a:pt x="102251" y="428911"/>
                </a:lnTo>
                <a:lnTo>
                  <a:pt x="95612" y="414928"/>
                </a:lnTo>
                <a:lnTo>
                  <a:pt x="98403" y="396621"/>
                </a:lnTo>
                <a:lnTo>
                  <a:pt x="86554" y="398659"/>
                </a:lnTo>
                <a:lnTo>
                  <a:pt x="82496" y="378924"/>
                </a:lnTo>
                <a:lnTo>
                  <a:pt x="70523" y="372085"/>
                </a:lnTo>
                <a:lnTo>
                  <a:pt x="72781" y="353606"/>
                </a:lnTo>
                <a:lnTo>
                  <a:pt x="58617" y="338166"/>
                </a:lnTo>
                <a:lnTo>
                  <a:pt x="62427" y="329098"/>
                </a:lnTo>
                <a:lnTo>
                  <a:pt x="49701" y="324698"/>
                </a:lnTo>
                <a:lnTo>
                  <a:pt x="42939" y="313944"/>
                </a:lnTo>
                <a:lnTo>
                  <a:pt x="48158" y="291436"/>
                </a:lnTo>
                <a:lnTo>
                  <a:pt x="44063" y="274387"/>
                </a:lnTo>
                <a:lnTo>
                  <a:pt x="29194" y="250546"/>
                </a:lnTo>
                <a:lnTo>
                  <a:pt x="4629" y="229762"/>
                </a:lnTo>
                <a:lnTo>
                  <a:pt x="48" y="17078"/>
                </a:lnTo>
                <a:close/>
                <a:moveTo>
                  <a:pt x="941175" y="590531"/>
                </a:moveTo>
                <a:lnTo>
                  <a:pt x="954615" y="614391"/>
                </a:lnTo>
                <a:lnTo>
                  <a:pt x="949128" y="651853"/>
                </a:lnTo>
                <a:lnTo>
                  <a:pt x="951548" y="617068"/>
                </a:lnTo>
                <a:lnTo>
                  <a:pt x="941994" y="592988"/>
                </a:lnTo>
                <a:close/>
                <a:moveTo>
                  <a:pt x="858326" y="595293"/>
                </a:moveTo>
                <a:lnTo>
                  <a:pt x="884044" y="572014"/>
                </a:lnTo>
                <a:lnTo>
                  <a:pt x="878472" y="586349"/>
                </a:lnTo>
                <a:lnTo>
                  <a:pt x="888883" y="596427"/>
                </a:lnTo>
                <a:lnTo>
                  <a:pt x="883701" y="598627"/>
                </a:lnTo>
                <a:lnTo>
                  <a:pt x="884444" y="605514"/>
                </a:lnTo>
                <a:lnTo>
                  <a:pt x="879443" y="606085"/>
                </a:lnTo>
                <a:lnTo>
                  <a:pt x="873271" y="596275"/>
                </a:lnTo>
                <a:lnTo>
                  <a:pt x="859536" y="599218"/>
                </a:lnTo>
                <a:close/>
                <a:moveTo>
                  <a:pt x="839152" y="578815"/>
                </a:moveTo>
                <a:lnTo>
                  <a:pt x="843544" y="578653"/>
                </a:lnTo>
                <a:lnTo>
                  <a:pt x="837267" y="580053"/>
                </a:lnTo>
                <a:close/>
                <a:moveTo>
                  <a:pt x="814511" y="707784"/>
                </a:moveTo>
                <a:lnTo>
                  <a:pt x="825637" y="705241"/>
                </a:lnTo>
                <a:lnTo>
                  <a:pt x="819807" y="713194"/>
                </a:lnTo>
                <a:lnTo>
                  <a:pt x="816350" y="710727"/>
                </a:lnTo>
                <a:close/>
                <a:moveTo>
                  <a:pt x="684219" y="805015"/>
                </a:moveTo>
                <a:lnTo>
                  <a:pt x="690010" y="800538"/>
                </a:lnTo>
                <a:lnTo>
                  <a:pt x="697773" y="811139"/>
                </a:lnTo>
                <a:lnTo>
                  <a:pt x="692277" y="813883"/>
                </a:lnTo>
                <a:lnTo>
                  <a:pt x="686924" y="806015"/>
                </a:lnTo>
                <a:close/>
                <a:moveTo>
                  <a:pt x="651291" y="809977"/>
                </a:moveTo>
                <a:lnTo>
                  <a:pt x="676932" y="814549"/>
                </a:lnTo>
                <a:lnTo>
                  <a:pt x="655053" y="813511"/>
                </a:lnTo>
                <a:close/>
                <a:moveTo>
                  <a:pt x="616706" y="819931"/>
                </a:moveTo>
                <a:lnTo>
                  <a:pt x="634632" y="818493"/>
                </a:lnTo>
                <a:lnTo>
                  <a:pt x="614229" y="822236"/>
                </a:lnTo>
                <a:close/>
                <a:moveTo>
                  <a:pt x="381343" y="719766"/>
                </a:moveTo>
                <a:lnTo>
                  <a:pt x="402174" y="709813"/>
                </a:lnTo>
                <a:lnTo>
                  <a:pt x="437055" y="721852"/>
                </a:lnTo>
                <a:lnTo>
                  <a:pt x="427434" y="738759"/>
                </a:lnTo>
                <a:lnTo>
                  <a:pt x="417928" y="742607"/>
                </a:lnTo>
                <a:lnTo>
                  <a:pt x="379266" y="723671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32" name="State - PA - Pennsylvania"/>
          <p:cNvSpPr/>
          <p:nvPr/>
        </p:nvSpPr>
        <p:spPr>
          <a:xfrm>
            <a:off x="8907380" y="2635977"/>
            <a:ext cx="959682" cy="621582"/>
          </a:xfrm>
          <a:custGeom>
            <a:avLst/>
            <a:gdLst/>
            <a:ahLst/>
            <a:cxnLst/>
            <a:rect l="l" t="t" r="r" b="b"/>
            <a:pathLst>
              <a:path w="959682" h="621582">
                <a:moveTo>
                  <a:pt x="0" y="153924"/>
                </a:moveTo>
                <a:lnTo>
                  <a:pt x="46206" y="121415"/>
                </a:lnTo>
                <a:lnTo>
                  <a:pt x="54397" y="104708"/>
                </a:lnTo>
                <a:lnTo>
                  <a:pt x="60265" y="102670"/>
                </a:lnTo>
                <a:lnTo>
                  <a:pt x="63665" y="107709"/>
                </a:lnTo>
                <a:lnTo>
                  <a:pt x="104432" y="74143"/>
                </a:lnTo>
                <a:lnTo>
                  <a:pt x="114195" y="130159"/>
                </a:lnTo>
                <a:lnTo>
                  <a:pt x="780164" y="0"/>
                </a:lnTo>
                <a:lnTo>
                  <a:pt x="792851" y="9315"/>
                </a:lnTo>
                <a:lnTo>
                  <a:pt x="799052" y="24089"/>
                </a:lnTo>
                <a:lnTo>
                  <a:pt x="812225" y="19479"/>
                </a:lnTo>
                <a:lnTo>
                  <a:pt x="829666" y="28032"/>
                </a:lnTo>
                <a:lnTo>
                  <a:pt x="826589" y="37224"/>
                </a:lnTo>
                <a:lnTo>
                  <a:pt x="835295" y="39929"/>
                </a:lnTo>
                <a:lnTo>
                  <a:pt x="842858" y="67180"/>
                </a:lnTo>
                <a:lnTo>
                  <a:pt x="838829" y="70723"/>
                </a:lnTo>
                <a:lnTo>
                  <a:pt x="858345" y="93193"/>
                </a:lnTo>
                <a:lnTo>
                  <a:pt x="869290" y="91869"/>
                </a:lnTo>
                <a:lnTo>
                  <a:pt x="873795" y="98746"/>
                </a:lnTo>
                <a:lnTo>
                  <a:pt x="897674" y="95117"/>
                </a:lnTo>
                <a:lnTo>
                  <a:pt x="908190" y="107109"/>
                </a:lnTo>
                <a:lnTo>
                  <a:pt x="894245" y="119634"/>
                </a:lnTo>
                <a:lnTo>
                  <a:pt x="887520" y="151209"/>
                </a:lnTo>
                <a:lnTo>
                  <a:pt x="875681" y="169507"/>
                </a:lnTo>
                <a:lnTo>
                  <a:pt x="878719" y="173222"/>
                </a:lnTo>
                <a:lnTo>
                  <a:pt x="858498" y="198568"/>
                </a:lnTo>
                <a:lnTo>
                  <a:pt x="876367" y="221780"/>
                </a:lnTo>
                <a:lnTo>
                  <a:pt x="870395" y="226905"/>
                </a:lnTo>
                <a:lnTo>
                  <a:pt x="871023" y="238820"/>
                </a:lnTo>
                <a:lnTo>
                  <a:pt x="859384" y="249907"/>
                </a:lnTo>
                <a:lnTo>
                  <a:pt x="861003" y="262490"/>
                </a:lnTo>
                <a:lnTo>
                  <a:pt x="865870" y="264805"/>
                </a:lnTo>
                <a:lnTo>
                  <a:pt x="868118" y="286150"/>
                </a:lnTo>
                <a:lnTo>
                  <a:pt x="879662" y="283797"/>
                </a:lnTo>
                <a:lnTo>
                  <a:pt x="888863" y="288979"/>
                </a:lnTo>
                <a:lnTo>
                  <a:pt x="895731" y="313611"/>
                </a:lnTo>
                <a:lnTo>
                  <a:pt x="911000" y="314649"/>
                </a:lnTo>
                <a:lnTo>
                  <a:pt x="917705" y="325926"/>
                </a:lnTo>
                <a:lnTo>
                  <a:pt x="959682" y="357578"/>
                </a:lnTo>
                <a:lnTo>
                  <a:pt x="945537" y="365169"/>
                </a:lnTo>
                <a:lnTo>
                  <a:pt x="941594" y="375333"/>
                </a:lnTo>
                <a:lnTo>
                  <a:pt x="906209" y="409689"/>
                </a:lnTo>
                <a:lnTo>
                  <a:pt x="906875" y="426110"/>
                </a:lnTo>
                <a:lnTo>
                  <a:pt x="878281" y="440646"/>
                </a:lnTo>
                <a:lnTo>
                  <a:pt x="868899" y="452247"/>
                </a:lnTo>
                <a:lnTo>
                  <a:pt x="851335" y="448666"/>
                </a:lnTo>
                <a:lnTo>
                  <a:pt x="833571" y="453847"/>
                </a:lnTo>
                <a:lnTo>
                  <a:pt x="822531" y="464429"/>
                </a:lnTo>
                <a:lnTo>
                  <a:pt x="816854" y="480746"/>
                </a:lnTo>
                <a:lnTo>
                  <a:pt x="513607" y="543268"/>
                </a:lnTo>
                <a:lnTo>
                  <a:pt x="76867" y="621582"/>
                </a:lnTo>
                <a:lnTo>
                  <a:pt x="48" y="154200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33" name="State - SD - South Dakota"/>
          <p:cNvSpPr/>
          <p:nvPr/>
        </p:nvSpPr>
        <p:spPr>
          <a:xfrm>
            <a:off x="5318912" y="2104530"/>
            <a:ext cx="1152611" cy="772630"/>
          </a:xfrm>
          <a:custGeom>
            <a:avLst/>
            <a:gdLst/>
            <a:ahLst/>
            <a:cxnLst/>
            <a:rect l="l" t="t" r="r" b="b"/>
            <a:pathLst>
              <a:path w="1152611" h="772630">
                <a:moveTo>
                  <a:pt x="34661" y="196615"/>
                </a:moveTo>
                <a:lnTo>
                  <a:pt x="53149" y="0"/>
                </a:lnTo>
                <a:lnTo>
                  <a:pt x="637842" y="37824"/>
                </a:lnTo>
                <a:lnTo>
                  <a:pt x="1136875" y="51216"/>
                </a:lnTo>
                <a:lnTo>
                  <a:pt x="1133913" y="75171"/>
                </a:lnTo>
                <a:lnTo>
                  <a:pt x="1122245" y="92031"/>
                </a:lnTo>
                <a:lnTo>
                  <a:pt x="1096880" y="110366"/>
                </a:lnTo>
                <a:lnTo>
                  <a:pt x="1093603" y="119434"/>
                </a:lnTo>
                <a:lnTo>
                  <a:pt x="1117397" y="158925"/>
                </a:lnTo>
                <a:lnTo>
                  <a:pt x="1142314" y="167773"/>
                </a:lnTo>
                <a:lnTo>
                  <a:pt x="1152287" y="183985"/>
                </a:lnTo>
                <a:lnTo>
                  <a:pt x="1150468" y="559489"/>
                </a:lnTo>
                <a:lnTo>
                  <a:pt x="1128560" y="559356"/>
                </a:lnTo>
                <a:lnTo>
                  <a:pt x="1127903" y="569719"/>
                </a:lnTo>
                <a:lnTo>
                  <a:pt x="1140066" y="583454"/>
                </a:lnTo>
                <a:lnTo>
                  <a:pt x="1138638" y="601370"/>
                </a:lnTo>
                <a:lnTo>
                  <a:pt x="1130989" y="601932"/>
                </a:lnTo>
                <a:lnTo>
                  <a:pt x="1132799" y="615677"/>
                </a:lnTo>
                <a:lnTo>
                  <a:pt x="1146820" y="617953"/>
                </a:lnTo>
                <a:lnTo>
                  <a:pt x="1152611" y="638966"/>
                </a:lnTo>
                <a:lnTo>
                  <a:pt x="1148886" y="650843"/>
                </a:lnTo>
                <a:lnTo>
                  <a:pt x="1140142" y="655406"/>
                </a:lnTo>
                <a:lnTo>
                  <a:pt x="1144162" y="662207"/>
                </a:lnTo>
                <a:lnTo>
                  <a:pt x="1136475" y="680418"/>
                </a:lnTo>
                <a:lnTo>
                  <a:pt x="1138771" y="686867"/>
                </a:lnTo>
                <a:lnTo>
                  <a:pt x="1121350" y="719195"/>
                </a:lnTo>
                <a:lnTo>
                  <a:pt x="1139990" y="741655"/>
                </a:lnTo>
                <a:lnTo>
                  <a:pt x="1145915" y="757276"/>
                </a:lnTo>
                <a:lnTo>
                  <a:pt x="1143429" y="765391"/>
                </a:lnTo>
                <a:lnTo>
                  <a:pt x="1150639" y="771020"/>
                </a:lnTo>
                <a:lnTo>
                  <a:pt x="1142114" y="772630"/>
                </a:lnTo>
                <a:lnTo>
                  <a:pt x="1134913" y="764667"/>
                </a:lnTo>
                <a:lnTo>
                  <a:pt x="1125331" y="767639"/>
                </a:lnTo>
                <a:lnTo>
                  <a:pt x="1110558" y="747055"/>
                </a:lnTo>
                <a:lnTo>
                  <a:pt x="1113387" y="736082"/>
                </a:lnTo>
                <a:lnTo>
                  <a:pt x="1097880" y="733901"/>
                </a:lnTo>
                <a:lnTo>
                  <a:pt x="1095966" y="725900"/>
                </a:lnTo>
                <a:lnTo>
                  <a:pt x="1080726" y="719547"/>
                </a:lnTo>
                <a:lnTo>
                  <a:pt x="1072363" y="722386"/>
                </a:lnTo>
                <a:lnTo>
                  <a:pt x="1069781" y="713927"/>
                </a:lnTo>
                <a:lnTo>
                  <a:pt x="1046674" y="711194"/>
                </a:lnTo>
                <a:lnTo>
                  <a:pt x="1030700" y="693972"/>
                </a:lnTo>
                <a:lnTo>
                  <a:pt x="1004868" y="690429"/>
                </a:lnTo>
                <a:lnTo>
                  <a:pt x="999649" y="694982"/>
                </a:lnTo>
                <a:lnTo>
                  <a:pt x="962549" y="695163"/>
                </a:lnTo>
                <a:lnTo>
                  <a:pt x="938546" y="689419"/>
                </a:lnTo>
                <a:lnTo>
                  <a:pt x="924277" y="708412"/>
                </a:lnTo>
                <a:lnTo>
                  <a:pt x="909285" y="710517"/>
                </a:lnTo>
                <a:lnTo>
                  <a:pt x="892635" y="694306"/>
                </a:lnTo>
                <a:lnTo>
                  <a:pt x="847992" y="674484"/>
                </a:lnTo>
                <a:lnTo>
                  <a:pt x="840124" y="659759"/>
                </a:lnTo>
                <a:lnTo>
                  <a:pt x="366798" y="640004"/>
                </a:lnTo>
                <a:lnTo>
                  <a:pt x="0" y="612648"/>
                </a:lnTo>
                <a:lnTo>
                  <a:pt x="32756" y="222094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34" name="State - ID - Idaho"/>
          <p:cNvSpPr/>
          <p:nvPr/>
        </p:nvSpPr>
        <p:spPr>
          <a:xfrm>
            <a:off x="3331835" y="1201103"/>
            <a:ext cx="983818" cy="1594485"/>
          </a:xfrm>
          <a:custGeom>
            <a:avLst/>
            <a:gdLst/>
            <a:ahLst/>
            <a:cxnLst/>
            <a:rect l="l" t="t" r="r" b="b"/>
            <a:pathLst>
              <a:path w="983818" h="1594485">
                <a:moveTo>
                  <a:pt x="198844" y="610171"/>
                </a:moveTo>
                <a:lnTo>
                  <a:pt x="193719" y="588988"/>
                </a:lnTo>
                <a:lnTo>
                  <a:pt x="205845" y="574996"/>
                </a:lnTo>
                <a:lnTo>
                  <a:pt x="202568" y="546811"/>
                </a:lnTo>
                <a:lnTo>
                  <a:pt x="194462" y="532857"/>
                </a:lnTo>
                <a:lnTo>
                  <a:pt x="201359" y="520627"/>
                </a:lnTo>
                <a:lnTo>
                  <a:pt x="318830" y="0"/>
                </a:lnTo>
                <a:lnTo>
                  <a:pt x="451809" y="28842"/>
                </a:lnTo>
                <a:lnTo>
                  <a:pt x="407594" y="235296"/>
                </a:lnTo>
                <a:lnTo>
                  <a:pt x="428311" y="271386"/>
                </a:lnTo>
                <a:lnTo>
                  <a:pt x="428025" y="286407"/>
                </a:lnTo>
                <a:lnTo>
                  <a:pt x="440493" y="301771"/>
                </a:lnTo>
                <a:lnTo>
                  <a:pt x="440541" y="322059"/>
                </a:lnTo>
                <a:lnTo>
                  <a:pt x="429911" y="331670"/>
                </a:lnTo>
                <a:lnTo>
                  <a:pt x="437074" y="336442"/>
                </a:lnTo>
                <a:lnTo>
                  <a:pt x="436683" y="345529"/>
                </a:lnTo>
                <a:lnTo>
                  <a:pt x="444227" y="348167"/>
                </a:lnTo>
                <a:lnTo>
                  <a:pt x="423853" y="355702"/>
                </a:lnTo>
                <a:lnTo>
                  <a:pt x="446723" y="372589"/>
                </a:lnTo>
                <a:lnTo>
                  <a:pt x="456571" y="392620"/>
                </a:lnTo>
                <a:lnTo>
                  <a:pt x="477841" y="402784"/>
                </a:lnTo>
                <a:lnTo>
                  <a:pt x="477698" y="416824"/>
                </a:lnTo>
                <a:lnTo>
                  <a:pt x="495948" y="438941"/>
                </a:lnTo>
                <a:lnTo>
                  <a:pt x="503901" y="468392"/>
                </a:lnTo>
                <a:lnTo>
                  <a:pt x="510521" y="469230"/>
                </a:lnTo>
                <a:lnTo>
                  <a:pt x="519055" y="482394"/>
                </a:lnTo>
                <a:lnTo>
                  <a:pt x="515255" y="499491"/>
                </a:lnTo>
                <a:lnTo>
                  <a:pt x="534838" y="519408"/>
                </a:lnTo>
                <a:lnTo>
                  <a:pt x="532267" y="531781"/>
                </a:lnTo>
                <a:lnTo>
                  <a:pt x="543887" y="524989"/>
                </a:lnTo>
                <a:lnTo>
                  <a:pt x="552955" y="533533"/>
                </a:lnTo>
                <a:lnTo>
                  <a:pt x="551707" y="548240"/>
                </a:lnTo>
                <a:lnTo>
                  <a:pt x="592636" y="552955"/>
                </a:lnTo>
                <a:lnTo>
                  <a:pt x="584845" y="579758"/>
                </a:lnTo>
                <a:lnTo>
                  <a:pt x="575339" y="582397"/>
                </a:lnTo>
                <a:lnTo>
                  <a:pt x="577158" y="595941"/>
                </a:lnTo>
                <a:lnTo>
                  <a:pt x="568195" y="604561"/>
                </a:lnTo>
                <a:lnTo>
                  <a:pt x="563785" y="624707"/>
                </a:lnTo>
                <a:lnTo>
                  <a:pt x="556603" y="627650"/>
                </a:lnTo>
                <a:lnTo>
                  <a:pt x="556336" y="647386"/>
                </a:lnTo>
                <a:lnTo>
                  <a:pt x="543849" y="651643"/>
                </a:lnTo>
                <a:lnTo>
                  <a:pt x="551250" y="662664"/>
                </a:lnTo>
                <a:lnTo>
                  <a:pt x="542011" y="674894"/>
                </a:lnTo>
                <a:lnTo>
                  <a:pt x="544430" y="683447"/>
                </a:lnTo>
                <a:lnTo>
                  <a:pt x="553307" y="688343"/>
                </a:lnTo>
                <a:lnTo>
                  <a:pt x="548878" y="696411"/>
                </a:lnTo>
                <a:lnTo>
                  <a:pt x="552850" y="708508"/>
                </a:lnTo>
                <a:lnTo>
                  <a:pt x="548688" y="713861"/>
                </a:lnTo>
                <a:lnTo>
                  <a:pt x="533143" y="713403"/>
                </a:lnTo>
                <a:lnTo>
                  <a:pt x="523123" y="725672"/>
                </a:lnTo>
                <a:lnTo>
                  <a:pt x="530381" y="742074"/>
                </a:lnTo>
                <a:lnTo>
                  <a:pt x="526847" y="750789"/>
                </a:lnTo>
                <a:lnTo>
                  <a:pt x="517969" y="753608"/>
                </a:lnTo>
                <a:lnTo>
                  <a:pt x="515731" y="768391"/>
                </a:lnTo>
                <a:lnTo>
                  <a:pt x="529647" y="772077"/>
                </a:lnTo>
                <a:lnTo>
                  <a:pt x="543811" y="796490"/>
                </a:lnTo>
                <a:lnTo>
                  <a:pt x="553841" y="792756"/>
                </a:lnTo>
                <a:lnTo>
                  <a:pt x="559451" y="781174"/>
                </a:lnTo>
                <a:lnTo>
                  <a:pt x="567004" y="784603"/>
                </a:lnTo>
                <a:lnTo>
                  <a:pt x="584378" y="776383"/>
                </a:lnTo>
                <a:lnTo>
                  <a:pt x="597094" y="765505"/>
                </a:lnTo>
                <a:lnTo>
                  <a:pt x="598656" y="756876"/>
                </a:lnTo>
                <a:lnTo>
                  <a:pt x="609686" y="759000"/>
                </a:lnTo>
                <a:lnTo>
                  <a:pt x="611629" y="775068"/>
                </a:lnTo>
                <a:lnTo>
                  <a:pt x="624878" y="781802"/>
                </a:lnTo>
                <a:lnTo>
                  <a:pt x="617734" y="797700"/>
                </a:lnTo>
                <a:lnTo>
                  <a:pt x="627221" y="799824"/>
                </a:lnTo>
                <a:lnTo>
                  <a:pt x="621906" y="820779"/>
                </a:lnTo>
                <a:lnTo>
                  <a:pt x="627240" y="827189"/>
                </a:lnTo>
                <a:lnTo>
                  <a:pt x="624097" y="839410"/>
                </a:lnTo>
                <a:lnTo>
                  <a:pt x="628898" y="856440"/>
                </a:lnTo>
                <a:lnTo>
                  <a:pt x="638804" y="871576"/>
                </a:lnTo>
                <a:lnTo>
                  <a:pt x="639975" y="885101"/>
                </a:lnTo>
                <a:lnTo>
                  <a:pt x="648814" y="889597"/>
                </a:lnTo>
                <a:lnTo>
                  <a:pt x="646347" y="894426"/>
                </a:lnTo>
                <a:lnTo>
                  <a:pt x="655053" y="902579"/>
                </a:lnTo>
                <a:lnTo>
                  <a:pt x="652453" y="923173"/>
                </a:lnTo>
                <a:lnTo>
                  <a:pt x="643833" y="925306"/>
                </a:lnTo>
                <a:lnTo>
                  <a:pt x="647252" y="940403"/>
                </a:lnTo>
                <a:lnTo>
                  <a:pt x="660606" y="961825"/>
                </a:lnTo>
                <a:lnTo>
                  <a:pt x="675761" y="956529"/>
                </a:lnTo>
                <a:lnTo>
                  <a:pt x="690677" y="969893"/>
                </a:lnTo>
                <a:lnTo>
                  <a:pt x="697259" y="1001525"/>
                </a:lnTo>
                <a:lnTo>
                  <a:pt x="691172" y="1007574"/>
                </a:lnTo>
                <a:lnTo>
                  <a:pt x="699545" y="1023890"/>
                </a:lnTo>
                <a:lnTo>
                  <a:pt x="697287" y="1039425"/>
                </a:lnTo>
                <a:lnTo>
                  <a:pt x="715566" y="1061999"/>
                </a:lnTo>
                <a:lnTo>
                  <a:pt x="722395" y="1059370"/>
                </a:lnTo>
                <a:lnTo>
                  <a:pt x="720700" y="1049617"/>
                </a:lnTo>
                <a:lnTo>
                  <a:pt x="731711" y="1038492"/>
                </a:lnTo>
                <a:lnTo>
                  <a:pt x="740769" y="1035863"/>
                </a:lnTo>
                <a:lnTo>
                  <a:pt x="787165" y="1055961"/>
                </a:lnTo>
                <a:lnTo>
                  <a:pt x="795147" y="1038787"/>
                </a:lnTo>
                <a:lnTo>
                  <a:pt x="806244" y="1033748"/>
                </a:lnTo>
                <a:lnTo>
                  <a:pt x="830751" y="1048064"/>
                </a:lnTo>
                <a:lnTo>
                  <a:pt x="866756" y="1045026"/>
                </a:lnTo>
                <a:lnTo>
                  <a:pt x="872014" y="1057504"/>
                </a:lnTo>
                <a:lnTo>
                  <a:pt x="890911" y="1049884"/>
                </a:lnTo>
                <a:lnTo>
                  <a:pt x="924220" y="1059504"/>
                </a:lnTo>
                <a:lnTo>
                  <a:pt x="918677" y="1045159"/>
                </a:lnTo>
                <a:lnTo>
                  <a:pt x="928221" y="1033786"/>
                </a:lnTo>
                <a:lnTo>
                  <a:pt x="927202" y="1025271"/>
                </a:lnTo>
                <a:lnTo>
                  <a:pt x="938346" y="1025871"/>
                </a:lnTo>
                <a:lnTo>
                  <a:pt x="944099" y="1017422"/>
                </a:lnTo>
                <a:lnTo>
                  <a:pt x="963158" y="1048379"/>
                </a:lnTo>
                <a:lnTo>
                  <a:pt x="961511" y="1058037"/>
                </a:lnTo>
                <a:lnTo>
                  <a:pt x="983818" y="1083231"/>
                </a:lnTo>
                <a:lnTo>
                  <a:pt x="902541" y="1594485"/>
                </a:lnTo>
                <a:lnTo>
                  <a:pt x="471030" y="1521828"/>
                </a:lnTo>
                <a:lnTo>
                  <a:pt x="0" y="1421482"/>
                </a:lnTo>
                <a:lnTo>
                  <a:pt x="83163" y="1047188"/>
                </a:lnTo>
                <a:lnTo>
                  <a:pt x="97965" y="1030967"/>
                </a:lnTo>
                <a:lnTo>
                  <a:pt x="98069" y="1019699"/>
                </a:lnTo>
                <a:lnTo>
                  <a:pt x="104632" y="1017384"/>
                </a:lnTo>
                <a:lnTo>
                  <a:pt x="102956" y="996915"/>
                </a:lnTo>
                <a:lnTo>
                  <a:pt x="118481" y="984361"/>
                </a:lnTo>
                <a:lnTo>
                  <a:pt x="108899" y="974284"/>
                </a:lnTo>
                <a:lnTo>
                  <a:pt x="110376" y="964844"/>
                </a:lnTo>
                <a:lnTo>
                  <a:pt x="98546" y="965140"/>
                </a:lnTo>
                <a:lnTo>
                  <a:pt x="93459" y="953100"/>
                </a:lnTo>
                <a:lnTo>
                  <a:pt x="86773" y="956234"/>
                </a:lnTo>
                <a:lnTo>
                  <a:pt x="79553" y="951262"/>
                </a:lnTo>
                <a:lnTo>
                  <a:pt x="77095" y="945613"/>
                </a:lnTo>
                <a:lnTo>
                  <a:pt x="83668" y="938746"/>
                </a:lnTo>
                <a:lnTo>
                  <a:pt x="78781" y="924792"/>
                </a:lnTo>
                <a:lnTo>
                  <a:pt x="85296" y="907894"/>
                </a:lnTo>
                <a:lnTo>
                  <a:pt x="98736" y="899417"/>
                </a:lnTo>
                <a:lnTo>
                  <a:pt x="120072" y="863356"/>
                </a:lnTo>
                <a:lnTo>
                  <a:pt x="141037" y="855926"/>
                </a:lnTo>
                <a:lnTo>
                  <a:pt x="157601" y="837457"/>
                </a:lnTo>
                <a:lnTo>
                  <a:pt x="164373" y="810111"/>
                </a:lnTo>
                <a:lnTo>
                  <a:pt x="186757" y="789556"/>
                </a:lnTo>
                <a:lnTo>
                  <a:pt x="202825" y="754799"/>
                </a:lnTo>
                <a:lnTo>
                  <a:pt x="245393" y="704164"/>
                </a:lnTo>
                <a:lnTo>
                  <a:pt x="240192" y="671436"/>
                </a:lnTo>
                <a:lnTo>
                  <a:pt x="224723" y="661416"/>
                </a:lnTo>
                <a:lnTo>
                  <a:pt x="220123" y="650958"/>
                </a:lnTo>
                <a:lnTo>
                  <a:pt x="210026" y="648910"/>
                </a:lnTo>
                <a:lnTo>
                  <a:pt x="199196" y="611629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35" name="State - MA - Massachusetts"/>
          <p:cNvSpPr/>
          <p:nvPr/>
        </p:nvSpPr>
        <p:spPr>
          <a:xfrm>
            <a:off x="9961826" y="2292267"/>
            <a:ext cx="570271" cy="328022"/>
          </a:xfrm>
          <a:custGeom>
            <a:avLst/>
            <a:gdLst/>
            <a:ahLst/>
            <a:cxnLst/>
            <a:rect l="l" t="t" r="r" b="b"/>
            <a:pathLst>
              <a:path w="570271" h="328022">
                <a:moveTo>
                  <a:pt x="114" y="118386"/>
                </a:moveTo>
                <a:lnTo>
                  <a:pt x="293151" y="54283"/>
                </a:lnTo>
                <a:lnTo>
                  <a:pt x="297847" y="43148"/>
                </a:lnTo>
                <a:lnTo>
                  <a:pt x="307477" y="41662"/>
                </a:lnTo>
                <a:lnTo>
                  <a:pt x="306010" y="26632"/>
                </a:lnTo>
                <a:lnTo>
                  <a:pt x="321021" y="23127"/>
                </a:lnTo>
                <a:lnTo>
                  <a:pt x="322993" y="11144"/>
                </a:lnTo>
                <a:lnTo>
                  <a:pt x="338538" y="981"/>
                </a:lnTo>
                <a:lnTo>
                  <a:pt x="353616" y="0"/>
                </a:lnTo>
                <a:lnTo>
                  <a:pt x="369094" y="34595"/>
                </a:lnTo>
                <a:lnTo>
                  <a:pt x="384429" y="39176"/>
                </a:lnTo>
                <a:lnTo>
                  <a:pt x="391020" y="28994"/>
                </a:lnTo>
                <a:lnTo>
                  <a:pt x="399555" y="37976"/>
                </a:lnTo>
                <a:lnTo>
                  <a:pt x="393621" y="52168"/>
                </a:lnTo>
                <a:lnTo>
                  <a:pt x="363541" y="68075"/>
                </a:lnTo>
                <a:lnTo>
                  <a:pt x="371789" y="75514"/>
                </a:lnTo>
                <a:lnTo>
                  <a:pt x="359921" y="87630"/>
                </a:lnTo>
                <a:lnTo>
                  <a:pt x="364627" y="95955"/>
                </a:lnTo>
                <a:lnTo>
                  <a:pt x="356806" y="90449"/>
                </a:lnTo>
                <a:lnTo>
                  <a:pt x="353787" y="97298"/>
                </a:lnTo>
                <a:lnTo>
                  <a:pt x="362588" y="110623"/>
                </a:lnTo>
                <a:lnTo>
                  <a:pt x="354454" y="113824"/>
                </a:lnTo>
                <a:lnTo>
                  <a:pt x="358254" y="126778"/>
                </a:lnTo>
                <a:lnTo>
                  <a:pt x="364598" y="128226"/>
                </a:lnTo>
                <a:lnTo>
                  <a:pt x="374875" y="116605"/>
                </a:lnTo>
                <a:lnTo>
                  <a:pt x="404146" y="130588"/>
                </a:lnTo>
                <a:lnTo>
                  <a:pt x="423520" y="152781"/>
                </a:lnTo>
                <a:lnTo>
                  <a:pt x="422786" y="169031"/>
                </a:lnTo>
                <a:lnTo>
                  <a:pt x="417443" y="172279"/>
                </a:lnTo>
                <a:lnTo>
                  <a:pt x="444617" y="180051"/>
                </a:lnTo>
                <a:lnTo>
                  <a:pt x="452714" y="202616"/>
                </a:lnTo>
                <a:lnTo>
                  <a:pt x="475802" y="211798"/>
                </a:lnTo>
                <a:lnTo>
                  <a:pt x="500301" y="211646"/>
                </a:lnTo>
                <a:lnTo>
                  <a:pt x="532609" y="183785"/>
                </a:lnTo>
                <a:lnTo>
                  <a:pt x="528828" y="165249"/>
                </a:lnTo>
                <a:lnTo>
                  <a:pt x="519865" y="158877"/>
                </a:lnTo>
                <a:lnTo>
                  <a:pt x="516684" y="166335"/>
                </a:lnTo>
                <a:lnTo>
                  <a:pt x="506606" y="140427"/>
                </a:lnTo>
                <a:lnTo>
                  <a:pt x="496091" y="136922"/>
                </a:lnTo>
                <a:lnTo>
                  <a:pt x="492233" y="147428"/>
                </a:lnTo>
                <a:lnTo>
                  <a:pt x="482708" y="140351"/>
                </a:lnTo>
                <a:lnTo>
                  <a:pt x="489956" y="134283"/>
                </a:lnTo>
                <a:lnTo>
                  <a:pt x="511664" y="137370"/>
                </a:lnTo>
                <a:lnTo>
                  <a:pt x="542925" y="178927"/>
                </a:lnTo>
                <a:lnTo>
                  <a:pt x="550755" y="202387"/>
                </a:lnTo>
                <a:lnTo>
                  <a:pt x="549612" y="232581"/>
                </a:lnTo>
                <a:lnTo>
                  <a:pt x="546802" y="235715"/>
                </a:lnTo>
                <a:lnTo>
                  <a:pt x="546535" y="213236"/>
                </a:lnTo>
                <a:lnTo>
                  <a:pt x="540134" y="209626"/>
                </a:lnTo>
                <a:lnTo>
                  <a:pt x="505254" y="232810"/>
                </a:lnTo>
                <a:lnTo>
                  <a:pt x="501434" y="228495"/>
                </a:lnTo>
                <a:lnTo>
                  <a:pt x="490985" y="231486"/>
                </a:lnTo>
                <a:lnTo>
                  <a:pt x="475517" y="253270"/>
                </a:lnTo>
                <a:lnTo>
                  <a:pt x="454314" y="262566"/>
                </a:lnTo>
                <a:lnTo>
                  <a:pt x="435978" y="287560"/>
                </a:lnTo>
                <a:lnTo>
                  <a:pt x="415414" y="301571"/>
                </a:lnTo>
                <a:lnTo>
                  <a:pt x="450285" y="262547"/>
                </a:lnTo>
                <a:lnTo>
                  <a:pt x="445694" y="226895"/>
                </a:lnTo>
                <a:lnTo>
                  <a:pt x="429739" y="226962"/>
                </a:lnTo>
                <a:lnTo>
                  <a:pt x="433483" y="234667"/>
                </a:lnTo>
                <a:lnTo>
                  <a:pt x="427539" y="235915"/>
                </a:lnTo>
                <a:lnTo>
                  <a:pt x="429416" y="245907"/>
                </a:lnTo>
                <a:lnTo>
                  <a:pt x="421034" y="246088"/>
                </a:lnTo>
                <a:lnTo>
                  <a:pt x="424291" y="250889"/>
                </a:lnTo>
                <a:lnTo>
                  <a:pt x="416795" y="253832"/>
                </a:lnTo>
                <a:lnTo>
                  <a:pt x="423615" y="260642"/>
                </a:lnTo>
                <a:lnTo>
                  <a:pt x="411423" y="253937"/>
                </a:lnTo>
                <a:lnTo>
                  <a:pt x="411137" y="260728"/>
                </a:lnTo>
                <a:lnTo>
                  <a:pt x="405708" y="260795"/>
                </a:lnTo>
                <a:lnTo>
                  <a:pt x="407841" y="277035"/>
                </a:lnTo>
                <a:lnTo>
                  <a:pt x="383800" y="290532"/>
                </a:lnTo>
                <a:lnTo>
                  <a:pt x="373123" y="258042"/>
                </a:lnTo>
                <a:lnTo>
                  <a:pt x="362950" y="257508"/>
                </a:lnTo>
                <a:lnTo>
                  <a:pt x="334670" y="238277"/>
                </a:lnTo>
                <a:lnTo>
                  <a:pt x="316754" y="195158"/>
                </a:lnTo>
                <a:lnTo>
                  <a:pt x="255213" y="213646"/>
                </a:lnTo>
                <a:lnTo>
                  <a:pt x="111319" y="244240"/>
                </a:lnTo>
                <a:lnTo>
                  <a:pt x="111376" y="251403"/>
                </a:lnTo>
                <a:lnTo>
                  <a:pt x="104194" y="254365"/>
                </a:lnTo>
                <a:lnTo>
                  <a:pt x="102699" y="246326"/>
                </a:lnTo>
                <a:lnTo>
                  <a:pt x="86" y="268624"/>
                </a:lnTo>
                <a:lnTo>
                  <a:pt x="0" y="123149"/>
                </a:lnTo>
                <a:close/>
                <a:moveTo>
                  <a:pt x="521322" y="294046"/>
                </a:moveTo>
                <a:lnTo>
                  <a:pt x="550088" y="288179"/>
                </a:lnTo>
                <a:lnTo>
                  <a:pt x="554374" y="269634"/>
                </a:lnTo>
                <a:lnTo>
                  <a:pt x="570271" y="290055"/>
                </a:lnTo>
                <a:lnTo>
                  <a:pt x="565509" y="296885"/>
                </a:lnTo>
                <a:lnTo>
                  <a:pt x="547821" y="301181"/>
                </a:lnTo>
                <a:lnTo>
                  <a:pt x="521570" y="295608"/>
                </a:lnTo>
                <a:close/>
                <a:moveTo>
                  <a:pt x="440827" y="326879"/>
                </a:moveTo>
                <a:lnTo>
                  <a:pt x="444722" y="328022"/>
                </a:lnTo>
                <a:lnTo>
                  <a:pt x="440026" y="327365"/>
                </a:lnTo>
                <a:close/>
                <a:moveTo>
                  <a:pt x="434578" y="308162"/>
                </a:moveTo>
                <a:lnTo>
                  <a:pt x="443617" y="306629"/>
                </a:lnTo>
                <a:lnTo>
                  <a:pt x="461896" y="272653"/>
                </a:lnTo>
                <a:lnTo>
                  <a:pt x="482975" y="288217"/>
                </a:lnTo>
                <a:lnTo>
                  <a:pt x="488204" y="278854"/>
                </a:lnTo>
                <a:lnTo>
                  <a:pt x="492147" y="293570"/>
                </a:lnTo>
                <a:lnTo>
                  <a:pt x="453781" y="305486"/>
                </a:lnTo>
                <a:lnTo>
                  <a:pt x="446170" y="316421"/>
                </a:lnTo>
                <a:lnTo>
                  <a:pt x="434178" y="309620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36" name="State - NY - New York"/>
          <p:cNvSpPr/>
          <p:nvPr/>
        </p:nvSpPr>
        <p:spPr>
          <a:xfrm>
            <a:off x="9011812" y="1953244"/>
            <a:ext cx="1246156" cy="951748"/>
          </a:xfrm>
          <a:custGeom>
            <a:avLst/>
            <a:gdLst/>
            <a:ahLst/>
            <a:cxnLst/>
            <a:rect l="l" t="t" r="r" b="b"/>
            <a:pathLst>
              <a:path w="1246156" h="951748">
                <a:moveTo>
                  <a:pt x="0" y="756876"/>
                </a:moveTo>
                <a:lnTo>
                  <a:pt x="41386" y="719595"/>
                </a:lnTo>
                <a:lnTo>
                  <a:pt x="53826" y="700840"/>
                </a:lnTo>
                <a:lnTo>
                  <a:pt x="81982" y="682038"/>
                </a:lnTo>
                <a:lnTo>
                  <a:pt x="91926" y="651396"/>
                </a:lnTo>
                <a:lnTo>
                  <a:pt x="117624" y="626545"/>
                </a:lnTo>
                <a:lnTo>
                  <a:pt x="101746" y="594741"/>
                </a:lnTo>
                <a:lnTo>
                  <a:pt x="84877" y="587597"/>
                </a:lnTo>
                <a:lnTo>
                  <a:pt x="83687" y="572995"/>
                </a:lnTo>
                <a:lnTo>
                  <a:pt x="73666" y="571938"/>
                </a:lnTo>
                <a:lnTo>
                  <a:pt x="76000" y="557508"/>
                </a:lnTo>
                <a:lnTo>
                  <a:pt x="67408" y="533781"/>
                </a:lnTo>
                <a:lnTo>
                  <a:pt x="149447" y="494852"/>
                </a:lnTo>
                <a:lnTo>
                  <a:pt x="206331" y="483946"/>
                </a:lnTo>
                <a:lnTo>
                  <a:pt x="258642" y="481222"/>
                </a:lnTo>
                <a:lnTo>
                  <a:pt x="296399" y="496586"/>
                </a:lnTo>
                <a:lnTo>
                  <a:pt x="315182" y="484299"/>
                </a:lnTo>
                <a:lnTo>
                  <a:pt x="380181" y="472430"/>
                </a:lnTo>
                <a:lnTo>
                  <a:pt x="403974" y="458676"/>
                </a:lnTo>
                <a:lnTo>
                  <a:pt x="449351" y="404308"/>
                </a:lnTo>
                <a:lnTo>
                  <a:pt x="467439" y="402317"/>
                </a:lnTo>
                <a:lnTo>
                  <a:pt x="478231" y="389934"/>
                </a:lnTo>
                <a:lnTo>
                  <a:pt x="469382" y="350453"/>
                </a:lnTo>
                <a:lnTo>
                  <a:pt x="464334" y="339261"/>
                </a:lnTo>
                <a:lnTo>
                  <a:pt x="452666" y="331832"/>
                </a:lnTo>
                <a:lnTo>
                  <a:pt x="462010" y="321221"/>
                </a:lnTo>
                <a:lnTo>
                  <a:pt x="466506" y="328298"/>
                </a:lnTo>
                <a:lnTo>
                  <a:pt x="476088" y="318211"/>
                </a:lnTo>
                <a:lnTo>
                  <a:pt x="474326" y="311201"/>
                </a:lnTo>
                <a:lnTo>
                  <a:pt x="460362" y="304009"/>
                </a:lnTo>
                <a:lnTo>
                  <a:pt x="450047" y="309829"/>
                </a:lnTo>
                <a:lnTo>
                  <a:pt x="450428" y="301523"/>
                </a:lnTo>
                <a:lnTo>
                  <a:pt x="432264" y="297599"/>
                </a:lnTo>
                <a:lnTo>
                  <a:pt x="435635" y="262357"/>
                </a:lnTo>
                <a:lnTo>
                  <a:pt x="450390" y="255937"/>
                </a:lnTo>
                <a:lnTo>
                  <a:pt x="454066" y="241021"/>
                </a:lnTo>
                <a:lnTo>
                  <a:pt x="486432" y="215465"/>
                </a:lnTo>
                <a:lnTo>
                  <a:pt x="501215" y="180708"/>
                </a:lnTo>
                <a:lnTo>
                  <a:pt x="556089" y="97479"/>
                </a:lnTo>
                <a:lnTo>
                  <a:pt x="592007" y="62036"/>
                </a:lnTo>
                <a:lnTo>
                  <a:pt x="614096" y="48844"/>
                </a:lnTo>
                <a:lnTo>
                  <a:pt x="628936" y="50911"/>
                </a:lnTo>
                <a:lnTo>
                  <a:pt x="826741" y="0"/>
                </a:lnTo>
                <a:lnTo>
                  <a:pt x="831923" y="18736"/>
                </a:lnTo>
                <a:lnTo>
                  <a:pt x="829427" y="34947"/>
                </a:lnTo>
                <a:lnTo>
                  <a:pt x="839114" y="44672"/>
                </a:lnTo>
                <a:lnTo>
                  <a:pt x="839314" y="81229"/>
                </a:lnTo>
                <a:lnTo>
                  <a:pt x="861984" y="113929"/>
                </a:lnTo>
                <a:lnTo>
                  <a:pt x="859784" y="130835"/>
                </a:lnTo>
                <a:lnTo>
                  <a:pt x="867870" y="150171"/>
                </a:lnTo>
                <a:lnTo>
                  <a:pt x="860298" y="168021"/>
                </a:lnTo>
                <a:lnTo>
                  <a:pt x="860650" y="199311"/>
                </a:lnTo>
                <a:lnTo>
                  <a:pt x="878243" y="231505"/>
                </a:lnTo>
                <a:lnTo>
                  <a:pt x="878262" y="243297"/>
                </a:lnTo>
                <a:lnTo>
                  <a:pt x="886768" y="251736"/>
                </a:lnTo>
                <a:lnTo>
                  <a:pt x="884063" y="291932"/>
                </a:lnTo>
                <a:lnTo>
                  <a:pt x="890235" y="294789"/>
                </a:lnTo>
                <a:lnTo>
                  <a:pt x="890940" y="282473"/>
                </a:lnTo>
                <a:lnTo>
                  <a:pt x="900341" y="279425"/>
                </a:lnTo>
                <a:lnTo>
                  <a:pt x="914390" y="296037"/>
                </a:lnTo>
                <a:lnTo>
                  <a:pt x="943508" y="446951"/>
                </a:lnTo>
                <a:lnTo>
                  <a:pt x="950128" y="457410"/>
                </a:lnTo>
                <a:lnTo>
                  <a:pt x="946623" y="600599"/>
                </a:lnTo>
                <a:lnTo>
                  <a:pt x="979065" y="763514"/>
                </a:lnTo>
                <a:lnTo>
                  <a:pt x="993448" y="777897"/>
                </a:lnTo>
                <a:lnTo>
                  <a:pt x="961863" y="809692"/>
                </a:lnTo>
                <a:lnTo>
                  <a:pt x="978665" y="831828"/>
                </a:lnTo>
                <a:lnTo>
                  <a:pt x="965025" y="853650"/>
                </a:lnTo>
                <a:lnTo>
                  <a:pt x="968311" y="863203"/>
                </a:lnTo>
                <a:lnTo>
                  <a:pt x="961730" y="867937"/>
                </a:lnTo>
                <a:lnTo>
                  <a:pt x="969426" y="873843"/>
                </a:lnTo>
                <a:lnTo>
                  <a:pt x="973017" y="857602"/>
                </a:lnTo>
                <a:lnTo>
                  <a:pt x="985266" y="860146"/>
                </a:lnTo>
                <a:lnTo>
                  <a:pt x="985180" y="849049"/>
                </a:lnTo>
                <a:lnTo>
                  <a:pt x="994858" y="841800"/>
                </a:lnTo>
                <a:lnTo>
                  <a:pt x="1003335" y="840324"/>
                </a:lnTo>
                <a:lnTo>
                  <a:pt x="1010812" y="847296"/>
                </a:lnTo>
                <a:lnTo>
                  <a:pt x="1006173" y="832380"/>
                </a:lnTo>
                <a:lnTo>
                  <a:pt x="1014089" y="833085"/>
                </a:lnTo>
                <a:lnTo>
                  <a:pt x="1015717" y="838552"/>
                </a:lnTo>
                <a:lnTo>
                  <a:pt x="1020547" y="837838"/>
                </a:lnTo>
                <a:lnTo>
                  <a:pt x="1019785" y="827294"/>
                </a:lnTo>
                <a:lnTo>
                  <a:pt x="1047064" y="831371"/>
                </a:lnTo>
                <a:lnTo>
                  <a:pt x="1058047" y="823541"/>
                </a:lnTo>
                <a:lnTo>
                  <a:pt x="1060123" y="812968"/>
                </a:lnTo>
                <a:lnTo>
                  <a:pt x="1133113" y="793442"/>
                </a:lnTo>
                <a:lnTo>
                  <a:pt x="1177890" y="743826"/>
                </a:lnTo>
                <a:lnTo>
                  <a:pt x="1184196" y="742712"/>
                </a:lnTo>
                <a:lnTo>
                  <a:pt x="1171365" y="753666"/>
                </a:lnTo>
                <a:lnTo>
                  <a:pt x="1175718" y="759562"/>
                </a:lnTo>
                <a:lnTo>
                  <a:pt x="1186701" y="766858"/>
                </a:lnTo>
                <a:lnTo>
                  <a:pt x="1202293" y="760752"/>
                </a:lnTo>
                <a:lnTo>
                  <a:pt x="1211771" y="770620"/>
                </a:lnTo>
                <a:lnTo>
                  <a:pt x="1232021" y="754428"/>
                </a:lnTo>
                <a:lnTo>
                  <a:pt x="1230582" y="749265"/>
                </a:lnTo>
                <a:lnTo>
                  <a:pt x="1246156" y="745255"/>
                </a:lnTo>
                <a:lnTo>
                  <a:pt x="1175318" y="807777"/>
                </a:lnTo>
                <a:lnTo>
                  <a:pt x="1085488" y="873595"/>
                </a:lnTo>
                <a:lnTo>
                  <a:pt x="1012898" y="909504"/>
                </a:lnTo>
                <a:lnTo>
                  <a:pt x="979551" y="915600"/>
                </a:lnTo>
                <a:lnTo>
                  <a:pt x="956443" y="930259"/>
                </a:lnTo>
                <a:lnTo>
                  <a:pt x="956653" y="924163"/>
                </a:lnTo>
                <a:lnTo>
                  <a:pt x="944147" y="927497"/>
                </a:lnTo>
                <a:lnTo>
                  <a:pt x="933183" y="905037"/>
                </a:lnTo>
                <a:lnTo>
                  <a:pt x="941699" y="836828"/>
                </a:lnTo>
                <a:lnTo>
                  <a:pt x="803024" y="791413"/>
                </a:lnTo>
                <a:lnTo>
                  <a:pt x="793242" y="777850"/>
                </a:lnTo>
                <a:lnTo>
                  <a:pt x="769363" y="781479"/>
                </a:lnTo>
                <a:lnTo>
                  <a:pt x="764857" y="774602"/>
                </a:lnTo>
                <a:lnTo>
                  <a:pt x="753913" y="775926"/>
                </a:lnTo>
                <a:lnTo>
                  <a:pt x="734397" y="753456"/>
                </a:lnTo>
                <a:lnTo>
                  <a:pt x="738426" y="749913"/>
                </a:lnTo>
                <a:lnTo>
                  <a:pt x="730863" y="722662"/>
                </a:lnTo>
                <a:lnTo>
                  <a:pt x="722157" y="719957"/>
                </a:lnTo>
                <a:lnTo>
                  <a:pt x="725233" y="710765"/>
                </a:lnTo>
                <a:lnTo>
                  <a:pt x="707793" y="702212"/>
                </a:lnTo>
                <a:lnTo>
                  <a:pt x="694620" y="706822"/>
                </a:lnTo>
                <a:lnTo>
                  <a:pt x="688419" y="692048"/>
                </a:lnTo>
                <a:lnTo>
                  <a:pt x="673598" y="682323"/>
                </a:lnTo>
                <a:lnTo>
                  <a:pt x="301485" y="759562"/>
                </a:lnTo>
                <a:lnTo>
                  <a:pt x="9763" y="812892"/>
                </a:lnTo>
                <a:lnTo>
                  <a:pt x="657" y="760705"/>
                </a:lnTo>
                <a:close/>
                <a:moveTo>
                  <a:pt x="1209208" y="715242"/>
                </a:moveTo>
                <a:lnTo>
                  <a:pt x="1224401" y="703993"/>
                </a:lnTo>
                <a:lnTo>
                  <a:pt x="1209923" y="716070"/>
                </a:lnTo>
                <a:close/>
                <a:moveTo>
                  <a:pt x="1201541" y="750980"/>
                </a:moveTo>
                <a:lnTo>
                  <a:pt x="1210208" y="747951"/>
                </a:lnTo>
                <a:lnTo>
                  <a:pt x="1212447" y="756361"/>
                </a:lnTo>
                <a:lnTo>
                  <a:pt x="1201874" y="751637"/>
                </a:lnTo>
                <a:close/>
                <a:moveTo>
                  <a:pt x="1186386" y="736435"/>
                </a:moveTo>
                <a:lnTo>
                  <a:pt x="1194054" y="731368"/>
                </a:lnTo>
                <a:lnTo>
                  <a:pt x="1186682" y="739073"/>
                </a:lnTo>
                <a:close/>
                <a:moveTo>
                  <a:pt x="929030" y="914410"/>
                </a:moveTo>
                <a:lnTo>
                  <a:pt x="935717" y="926087"/>
                </a:lnTo>
                <a:lnTo>
                  <a:pt x="927154" y="941080"/>
                </a:lnTo>
                <a:lnTo>
                  <a:pt x="911009" y="951748"/>
                </a:lnTo>
                <a:lnTo>
                  <a:pt x="913886" y="919544"/>
                </a:lnTo>
                <a:lnTo>
                  <a:pt x="928459" y="915010"/>
                </a:lnTo>
                <a:close/>
                <a:moveTo>
                  <a:pt x="443760" y="325698"/>
                </a:moveTo>
                <a:lnTo>
                  <a:pt x="449390" y="319554"/>
                </a:lnTo>
                <a:lnTo>
                  <a:pt x="443560" y="328393"/>
                </a:lnTo>
                <a:close/>
                <a:moveTo>
                  <a:pt x="429254" y="328232"/>
                </a:moveTo>
                <a:lnTo>
                  <a:pt x="436931" y="321764"/>
                </a:lnTo>
                <a:lnTo>
                  <a:pt x="429635" y="330089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37" name="State - RI - Rhode Island"/>
          <p:cNvSpPr/>
          <p:nvPr/>
        </p:nvSpPr>
        <p:spPr>
          <a:xfrm>
            <a:off x="10217039" y="2487425"/>
            <a:ext cx="128588" cy="184766"/>
          </a:xfrm>
          <a:custGeom>
            <a:avLst/>
            <a:gdLst/>
            <a:ahLst/>
            <a:cxnLst/>
            <a:rect l="l" t="t" r="r" b="b"/>
            <a:pathLst>
              <a:path w="128588" h="184766">
                <a:moveTo>
                  <a:pt x="107737" y="62351"/>
                </a:moveTo>
                <a:lnTo>
                  <a:pt x="117910" y="62884"/>
                </a:lnTo>
                <a:lnTo>
                  <a:pt x="128588" y="95374"/>
                </a:lnTo>
                <a:lnTo>
                  <a:pt x="119139" y="105794"/>
                </a:lnTo>
                <a:lnTo>
                  <a:pt x="107356" y="73219"/>
                </a:lnTo>
                <a:lnTo>
                  <a:pt x="111833" y="104756"/>
                </a:lnTo>
                <a:lnTo>
                  <a:pt x="104413" y="103918"/>
                </a:lnTo>
                <a:lnTo>
                  <a:pt x="103403" y="111423"/>
                </a:lnTo>
                <a:lnTo>
                  <a:pt x="96612" y="114033"/>
                </a:lnTo>
                <a:lnTo>
                  <a:pt x="98860" y="76800"/>
                </a:lnTo>
                <a:lnTo>
                  <a:pt x="107309" y="65561"/>
                </a:lnTo>
                <a:close/>
                <a:moveTo>
                  <a:pt x="27156" y="160601"/>
                </a:moveTo>
                <a:lnTo>
                  <a:pt x="30518" y="154457"/>
                </a:lnTo>
                <a:lnTo>
                  <a:pt x="25127" y="141684"/>
                </a:lnTo>
                <a:lnTo>
                  <a:pt x="31499" y="138541"/>
                </a:lnTo>
                <a:lnTo>
                  <a:pt x="0" y="18488"/>
                </a:lnTo>
                <a:lnTo>
                  <a:pt x="61541" y="0"/>
                </a:lnTo>
                <a:lnTo>
                  <a:pt x="68247" y="25489"/>
                </a:lnTo>
                <a:lnTo>
                  <a:pt x="74362" y="22736"/>
                </a:lnTo>
                <a:lnTo>
                  <a:pt x="79458" y="43120"/>
                </a:lnTo>
                <a:lnTo>
                  <a:pt x="101270" y="56140"/>
                </a:lnTo>
                <a:lnTo>
                  <a:pt x="101965" y="64532"/>
                </a:lnTo>
                <a:lnTo>
                  <a:pt x="96412" y="73676"/>
                </a:lnTo>
                <a:lnTo>
                  <a:pt x="91983" y="60550"/>
                </a:lnTo>
                <a:lnTo>
                  <a:pt x="72809" y="48044"/>
                </a:lnTo>
                <a:lnTo>
                  <a:pt x="81286" y="65075"/>
                </a:lnTo>
                <a:lnTo>
                  <a:pt x="80991" y="71295"/>
                </a:lnTo>
                <a:lnTo>
                  <a:pt x="69209" y="69904"/>
                </a:lnTo>
                <a:lnTo>
                  <a:pt x="76514" y="73352"/>
                </a:lnTo>
                <a:lnTo>
                  <a:pt x="81277" y="88011"/>
                </a:lnTo>
                <a:lnTo>
                  <a:pt x="75190" y="91554"/>
                </a:lnTo>
                <a:lnTo>
                  <a:pt x="85354" y="112262"/>
                </a:lnTo>
                <a:lnTo>
                  <a:pt x="81048" y="135322"/>
                </a:lnTo>
                <a:lnTo>
                  <a:pt x="27108" y="161401"/>
                </a:lnTo>
                <a:close/>
                <a:moveTo>
                  <a:pt x="83048" y="71980"/>
                </a:moveTo>
                <a:lnTo>
                  <a:pt x="94164" y="77381"/>
                </a:lnTo>
                <a:lnTo>
                  <a:pt x="93469" y="87106"/>
                </a:lnTo>
                <a:lnTo>
                  <a:pt x="84049" y="73781"/>
                </a:lnTo>
                <a:close/>
                <a:moveTo>
                  <a:pt x="88659" y="113938"/>
                </a:moveTo>
                <a:lnTo>
                  <a:pt x="87125" y="89792"/>
                </a:lnTo>
                <a:lnTo>
                  <a:pt x="93478" y="107842"/>
                </a:lnTo>
                <a:lnTo>
                  <a:pt x="89468" y="116405"/>
                </a:lnTo>
                <a:close/>
                <a:moveTo>
                  <a:pt x="72838" y="183394"/>
                </a:moveTo>
                <a:lnTo>
                  <a:pt x="77257" y="168354"/>
                </a:lnTo>
                <a:lnTo>
                  <a:pt x="83172" y="181404"/>
                </a:lnTo>
                <a:lnTo>
                  <a:pt x="73428" y="184766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38" name="State - ME - Maine"/>
          <p:cNvSpPr/>
          <p:nvPr/>
        </p:nvSpPr>
        <p:spPr>
          <a:xfrm>
            <a:off x="10144563" y="1289714"/>
            <a:ext cx="611819" cy="960130"/>
          </a:xfrm>
          <a:custGeom>
            <a:avLst/>
            <a:gdLst/>
            <a:ahLst/>
            <a:cxnLst/>
            <a:rect l="l" t="t" r="r" b="b"/>
            <a:pathLst>
              <a:path w="611819" h="960130">
                <a:moveTo>
                  <a:pt x="177165" y="960130"/>
                </a:moveTo>
                <a:lnTo>
                  <a:pt x="155515" y="951424"/>
                </a:lnTo>
                <a:lnTo>
                  <a:pt x="152629" y="930869"/>
                </a:lnTo>
                <a:lnTo>
                  <a:pt x="117739" y="904713"/>
                </a:lnTo>
                <a:lnTo>
                  <a:pt x="114290" y="870633"/>
                </a:lnTo>
                <a:lnTo>
                  <a:pt x="0" y="521903"/>
                </a:lnTo>
                <a:lnTo>
                  <a:pt x="9858" y="516322"/>
                </a:lnTo>
                <a:lnTo>
                  <a:pt x="8077" y="510711"/>
                </a:lnTo>
                <a:lnTo>
                  <a:pt x="17250" y="510988"/>
                </a:lnTo>
                <a:lnTo>
                  <a:pt x="36243" y="528599"/>
                </a:lnTo>
                <a:lnTo>
                  <a:pt x="33804" y="486604"/>
                </a:lnTo>
                <a:lnTo>
                  <a:pt x="59207" y="488994"/>
                </a:lnTo>
                <a:lnTo>
                  <a:pt x="56664" y="480136"/>
                </a:lnTo>
                <a:lnTo>
                  <a:pt x="39691" y="466420"/>
                </a:lnTo>
                <a:lnTo>
                  <a:pt x="54369" y="429177"/>
                </a:lnTo>
                <a:lnTo>
                  <a:pt x="73609" y="412404"/>
                </a:lnTo>
                <a:lnTo>
                  <a:pt x="67056" y="398078"/>
                </a:lnTo>
                <a:lnTo>
                  <a:pt x="83915" y="372647"/>
                </a:lnTo>
                <a:lnTo>
                  <a:pt x="83610" y="361283"/>
                </a:lnTo>
                <a:lnTo>
                  <a:pt x="71790" y="360312"/>
                </a:lnTo>
                <a:lnTo>
                  <a:pt x="71857" y="339519"/>
                </a:lnTo>
                <a:lnTo>
                  <a:pt x="67056" y="339795"/>
                </a:lnTo>
                <a:lnTo>
                  <a:pt x="72580" y="320392"/>
                </a:lnTo>
                <a:lnTo>
                  <a:pt x="62494" y="313649"/>
                </a:lnTo>
                <a:lnTo>
                  <a:pt x="67875" y="278397"/>
                </a:lnTo>
                <a:lnTo>
                  <a:pt x="82839" y="259661"/>
                </a:lnTo>
                <a:lnTo>
                  <a:pt x="75371" y="201435"/>
                </a:lnTo>
                <a:lnTo>
                  <a:pt x="137874" y="18850"/>
                </a:lnTo>
                <a:lnTo>
                  <a:pt x="164516" y="18231"/>
                </a:lnTo>
                <a:lnTo>
                  <a:pt x="173326" y="52340"/>
                </a:lnTo>
                <a:lnTo>
                  <a:pt x="198263" y="61912"/>
                </a:lnTo>
                <a:lnTo>
                  <a:pt x="219608" y="42158"/>
                </a:lnTo>
                <a:lnTo>
                  <a:pt x="232848" y="37738"/>
                </a:lnTo>
                <a:lnTo>
                  <a:pt x="235858" y="27270"/>
                </a:lnTo>
                <a:lnTo>
                  <a:pt x="263071" y="19164"/>
                </a:lnTo>
                <a:lnTo>
                  <a:pt x="261366" y="4963"/>
                </a:lnTo>
                <a:lnTo>
                  <a:pt x="279730" y="0"/>
                </a:lnTo>
                <a:lnTo>
                  <a:pt x="325926" y="19260"/>
                </a:lnTo>
                <a:lnTo>
                  <a:pt x="341366" y="34852"/>
                </a:lnTo>
                <a:lnTo>
                  <a:pt x="356626" y="38891"/>
                </a:lnTo>
                <a:lnTo>
                  <a:pt x="426025" y="261499"/>
                </a:lnTo>
                <a:lnTo>
                  <a:pt x="431806" y="265205"/>
                </a:lnTo>
                <a:lnTo>
                  <a:pt x="426520" y="274434"/>
                </a:lnTo>
                <a:lnTo>
                  <a:pt x="436902" y="284150"/>
                </a:lnTo>
                <a:lnTo>
                  <a:pt x="431511" y="292103"/>
                </a:lnTo>
                <a:lnTo>
                  <a:pt x="438807" y="303695"/>
                </a:lnTo>
                <a:lnTo>
                  <a:pt x="436083" y="312687"/>
                </a:lnTo>
                <a:lnTo>
                  <a:pt x="451561" y="314744"/>
                </a:lnTo>
                <a:lnTo>
                  <a:pt x="448961" y="309886"/>
                </a:lnTo>
                <a:lnTo>
                  <a:pt x="464934" y="321297"/>
                </a:lnTo>
                <a:lnTo>
                  <a:pt x="496872" y="317935"/>
                </a:lnTo>
                <a:lnTo>
                  <a:pt x="503758" y="333604"/>
                </a:lnTo>
                <a:lnTo>
                  <a:pt x="492414" y="340081"/>
                </a:lnTo>
                <a:lnTo>
                  <a:pt x="511140" y="358550"/>
                </a:lnTo>
                <a:lnTo>
                  <a:pt x="507197" y="380714"/>
                </a:lnTo>
                <a:lnTo>
                  <a:pt x="536896" y="405317"/>
                </a:lnTo>
                <a:lnTo>
                  <a:pt x="541506" y="389544"/>
                </a:lnTo>
                <a:lnTo>
                  <a:pt x="561042" y="390220"/>
                </a:lnTo>
                <a:lnTo>
                  <a:pt x="576205" y="405632"/>
                </a:lnTo>
                <a:lnTo>
                  <a:pt x="573186" y="409204"/>
                </a:lnTo>
                <a:lnTo>
                  <a:pt x="600904" y="432016"/>
                </a:lnTo>
                <a:lnTo>
                  <a:pt x="607533" y="452037"/>
                </a:lnTo>
                <a:lnTo>
                  <a:pt x="611819" y="450018"/>
                </a:lnTo>
                <a:lnTo>
                  <a:pt x="598922" y="463925"/>
                </a:lnTo>
                <a:lnTo>
                  <a:pt x="592255" y="488204"/>
                </a:lnTo>
                <a:lnTo>
                  <a:pt x="578006" y="502425"/>
                </a:lnTo>
                <a:lnTo>
                  <a:pt x="581082" y="505587"/>
                </a:lnTo>
                <a:lnTo>
                  <a:pt x="572119" y="507330"/>
                </a:lnTo>
                <a:lnTo>
                  <a:pt x="569500" y="487089"/>
                </a:lnTo>
                <a:lnTo>
                  <a:pt x="556546" y="493824"/>
                </a:lnTo>
                <a:lnTo>
                  <a:pt x="564775" y="506273"/>
                </a:lnTo>
                <a:lnTo>
                  <a:pt x="561403" y="513979"/>
                </a:lnTo>
                <a:lnTo>
                  <a:pt x="553783" y="515512"/>
                </a:lnTo>
                <a:lnTo>
                  <a:pt x="551555" y="525361"/>
                </a:lnTo>
                <a:lnTo>
                  <a:pt x="539486" y="528095"/>
                </a:lnTo>
                <a:lnTo>
                  <a:pt x="552736" y="537924"/>
                </a:lnTo>
                <a:lnTo>
                  <a:pt x="544659" y="551240"/>
                </a:lnTo>
                <a:lnTo>
                  <a:pt x="529428" y="536600"/>
                </a:lnTo>
                <a:lnTo>
                  <a:pt x="520941" y="547868"/>
                </a:lnTo>
                <a:lnTo>
                  <a:pt x="513036" y="538925"/>
                </a:lnTo>
                <a:lnTo>
                  <a:pt x="515369" y="554203"/>
                </a:lnTo>
                <a:lnTo>
                  <a:pt x="508825" y="554498"/>
                </a:lnTo>
                <a:lnTo>
                  <a:pt x="503682" y="575453"/>
                </a:lnTo>
                <a:lnTo>
                  <a:pt x="498224" y="568604"/>
                </a:lnTo>
                <a:lnTo>
                  <a:pt x="492852" y="580292"/>
                </a:lnTo>
                <a:lnTo>
                  <a:pt x="486508" y="578091"/>
                </a:lnTo>
                <a:lnTo>
                  <a:pt x="486251" y="594579"/>
                </a:lnTo>
                <a:lnTo>
                  <a:pt x="476917" y="591398"/>
                </a:lnTo>
                <a:lnTo>
                  <a:pt x="474316" y="584025"/>
                </a:lnTo>
                <a:lnTo>
                  <a:pt x="464096" y="589369"/>
                </a:lnTo>
                <a:lnTo>
                  <a:pt x="468716" y="600389"/>
                </a:lnTo>
                <a:lnTo>
                  <a:pt x="464468" y="615086"/>
                </a:lnTo>
                <a:lnTo>
                  <a:pt x="470630" y="619820"/>
                </a:lnTo>
                <a:lnTo>
                  <a:pt x="451437" y="628602"/>
                </a:lnTo>
                <a:lnTo>
                  <a:pt x="440874" y="625354"/>
                </a:lnTo>
                <a:lnTo>
                  <a:pt x="427453" y="609295"/>
                </a:lnTo>
                <a:lnTo>
                  <a:pt x="438474" y="596103"/>
                </a:lnTo>
                <a:lnTo>
                  <a:pt x="433387" y="588826"/>
                </a:lnTo>
                <a:lnTo>
                  <a:pt x="428444" y="597551"/>
                </a:lnTo>
                <a:lnTo>
                  <a:pt x="421538" y="588559"/>
                </a:lnTo>
                <a:lnTo>
                  <a:pt x="424167" y="603085"/>
                </a:lnTo>
                <a:lnTo>
                  <a:pt x="418014" y="592474"/>
                </a:lnTo>
                <a:lnTo>
                  <a:pt x="409146" y="601980"/>
                </a:lnTo>
                <a:lnTo>
                  <a:pt x="413747" y="620192"/>
                </a:lnTo>
                <a:lnTo>
                  <a:pt x="423501" y="628802"/>
                </a:lnTo>
                <a:lnTo>
                  <a:pt x="416623" y="653720"/>
                </a:lnTo>
                <a:lnTo>
                  <a:pt x="421862" y="654177"/>
                </a:lnTo>
                <a:lnTo>
                  <a:pt x="417128" y="661387"/>
                </a:lnTo>
                <a:lnTo>
                  <a:pt x="425548" y="669312"/>
                </a:lnTo>
                <a:lnTo>
                  <a:pt x="426539" y="681904"/>
                </a:lnTo>
                <a:lnTo>
                  <a:pt x="419138" y="685990"/>
                </a:lnTo>
                <a:lnTo>
                  <a:pt x="411747" y="661311"/>
                </a:lnTo>
                <a:lnTo>
                  <a:pt x="396716" y="649367"/>
                </a:lnTo>
                <a:lnTo>
                  <a:pt x="400574" y="634622"/>
                </a:lnTo>
                <a:lnTo>
                  <a:pt x="388496" y="630622"/>
                </a:lnTo>
                <a:lnTo>
                  <a:pt x="387029" y="624145"/>
                </a:lnTo>
                <a:lnTo>
                  <a:pt x="376599" y="631346"/>
                </a:lnTo>
                <a:lnTo>
                  <a:pt x="373018" y="593703"/>
                </a:lnTo>
                <a:lnTo>
                  <a:pt x="367046" y="588464"/>
                </a:lnTo>
                <a:lnTo>
                  <a:pt x="362674" y="609848"/>
                </a:lnTo>
                <a:lnTo>
                  <a:pt x="354644" y="606333"/>
                </a:lnTo>
                <a:lnTo>
                  <a:pt x="345538" y="615753"/>
                </a:lnTo>
                <a:lnTo>
                  <a:pt x="356778" y="627640"/>
                </a:lnTo>
                <a:lnTo>
                  <a:pt x="349672" y="684428"/>
                </a:lnTo>
                <a:lnTo>
                  <a:pt x="361045" y="686667"/>
                </a:lnTo>
                <a:lnTo>
                  <a:pt x="355568" y="693439"/>
                </a:lnTo>
                <a:lnTo>
                  <a:pt x="363569" y="701764"/>
                </a:lnTo>
                <a:lnTo>
                  <a:pt x="360731" y="709708"/>
                </a:lnTo>
                <a:lnTo>
                  <a:pt x="346491" y="713127"/>
                </a:lnTo>
                <a:lnTo>
                  <a:pt x="343614" y="727462"/>
                </a:lnTo>
                <a:lnTo>
                  <a:pt x="333480" y="730615"/>
                </a:lnTo>
                <a:lnTo>
                  <a:pt x="333861" y="742979"/>
                </a:lnTo>
                <a:lnTo>
                  <a:pt x="331165" y="726338"/>
                </a:lnTo>
                <a:lnTo>
                  <a:pt x="321964" y="732549"/>
                </a:lnTo>
                <a:lnTo>
                  <a:pt x="319688" y="723529"/>
                </a:lnTo>
                <a:lnTo>
                  <a:pt x="311287" y="727567"/>
                </a:lnTo>
                <a:lnTo>
                  <a:pt x="314020" y="736578"/>
                </a:lnTo>
                <a:lnTo>
                  <a:pt x="307391" y="754704"/>
                </a:lnTo>
                <a:lnTo>
                  <a:pt x="298313" y="748094"/>
                </a:lnTo>
                <a:lnTo>
                  <a:pt x="296227" y="762095"/>
                </a:lnTo>
                <a:lnTo>
                  <a:pt x="293018" y="754199"/>
                </a:lnTo>
                <a:lnTo>
                  <a:pt x="291065" y="761733"/>
                </a:lnTo>
                <a:lnTo>
                  <a:pt x="286388" y="761000"/>
                </a:lnTo>
                <a:lnTo>
                  <a:pt x="288446" y="772839"/>
                </a:lnTo>
                <a:lnTo>
                  <a:pt x="279073" y="765962"/>
                </a:lnTo>
                <a:lnTo>
                  <a:pt x="276644" y="783860"/>
                </a:lnTo>
                <a:lnTo>
                  <a:pt x="267614" y="795671"/>
                </a:lnTo>
                <a:lnTo>
                  <a:pt x="258156" y="782174"/>
                </a:lnTo>
                <a:lnTo>
                  <a:pt x="249641" y="783593"/>
                </a:lnTo>
                <a:lnTo>
                  <a:pt x="242878" y="800662"/>
                </a:lnTo>
                <a:lnTo>
                  <a:pt x="235772" y="800529"/>
                </a:lnTo>
                <a:lnTo>
                  <a:pt x="231343" y="812168"/>
                </a:lnTo>
                <a:lnTo>
                  <a:pt x="220751" y="814502"/>
                </a:lnTo>
                <a:lnTo>
                  <a:pt x="219808" y="844496"/>
                </a:lnTo>
                <a:lnTo>
                  <a:pt x="211969" y="841381"/>
                </a:lnTo>
                <a:lnTo>
                  <a:pt x="199625" y="856840"/>
                </a:lnTo>
                <a:lnTo>
                  <a:pt x="201854" y="865556"/>
                </a:lnTo>
                <a:lnTo>
                  <a:pt x="209855" y="864575"/>
                </a:lnTo>
                <a:lnTo>
                  <a:pt x="199149" y="882577"/>
                </a:lnTo>
                <a:lnTo>
                  <a:pt x="202368" y="887816"/>
                </a:lnTo>
                <a:lnTo>
                  <a:pt x="184547" y="901217"/>
                </a:lnTo>
                <a:lnTo>
                  <a:pt x="187576" y="933383"/>
                </a:lnTo>
                <a:lnTo>
                  <a:pt x="181070" y="956786"/>
                </a:lnTo>
                <a:close/>
                <a:moveTo>
                  <a:pt x="452685" y="652034"/>
                </a:moveTo>
                <a:lnTo>
                  <a:pt x="456105" y="647957"/>
                </a:lnTo>
                <a:lnTo>
                  <a:pt x="459562" y="651329"/>
                </a:lnTo>
                <a:lnTo>
                  <a:pt x="452780" y="652348"/>
                </a:lnTo>
                <a:close/>
                <a:moveTo>
                  <a:pt x="448237" y="637575"/>
                </a:moveTo>
                <a:lnTo>
                  <a:pt x="455581" y="632374"/>
                </a:lnTo>
                <a:lnTo>
                  <a:pt x="454562" y="638804"/>
                </a:lnTo>
                <a:lnTo>
                  <a:pt x="449056" y="638442"/>
                </a:lnTo>
                <a:close/>
                <a:moveTo>
                  <a:pt x="432178" y="648062"/>
                </a:moveTo>
                <a:lnTo>
                  <a:pt x="431482" y="632755"/>
                </a:lnTo>
                <a:lnTo>
                  <a:pt x="449028" y="644138"/>
                </a:lnTo>
                <a:lnTo>
                  <a:pt x="443694" y="654196"/>
                </a:lnTo>
                <a:lnTo>
                  <a:pt x="432454" y="649643"/>
                </a:lnTo>
                <a:close/>
                <a:moveTo>
                  <a:pt x="432416" y="658197"/>
                </a:moveTo>
                <a:lnTo>
                  <a:pt x="436502" y="657720"/>
                </a:lnTo>
                <a:lnTo>
                  <a:pt x="433235" y="660092"/>
                </a:lnTo>
                <a:close/>
                <a:moveTo>
                  <a:pt x="417214" y="612277"/>
                </a:moveTo>
                <a:lnTo>
                  <a:pt x="417786" y="603247"/>
                </a:lnTo>
                <a:lnTo>
                  <a:pt x="425806" y="615172"/>
                </a:lnTo>
                <a:lnTo>
                  <a:pt x="417624" y="614553"/>
                </a:lnTo>
                <a:close/>
                <a:moveTo>
                  <a:pt x="379305" y="647024"/>
                </a:moveTo>
                <a:lnTo>
                  <a:pt x="390725" y="648719"/>
                </a:lnTo>
                <a:lnTo>
                  <a:pt x="380086" y="648843"/>
                </a:lnTo>
                <a:close/>
                <a:moveTo>
                  <a:pt x="391725" y="722509"/>
                </a:moveTo>
                <a:lnTo>
                  <a:pt x="397335" y="732444"/>
                </a:lnTo>
                <a:lnTo>
                  <a:pt x="392068" y="726967"/>
                </a:lnTo>
                <a:close/>
                <a:moveTo>
                  <a:pt x="371551" y="676237"/>
                </a:moveTo>
                <a:lnTo>
                  <a:pt x="384315" y="656482"/>
                </a:lnTo>
                <a:lnTo>
                  <a:pt x="399040" y="677599"/>
                </a:lnTo>
                <a:lnTo>
                  <a:pt x="386782" y="690829"/>
                </a:lnTo>
                <a:lnTo>
                  <a:pt x="379295" y="688581"/>
                </a:lnTo>
                <a:lnTo>
                  <a:pt x="376809" y="675313"/>
                </a:lnTo>
                <a:lnTo>
                  <a:pt x="371951" y="676799"/>
                </a:lnTo>
                <a:close/>
                <a:moveTo>
                  <a:pt x="360178" y="649272"/>
                </a:moveTo>
                <a:lnTo>
                  <a:pt x="364846" y="618601"/>
                </a:lnTo>
                <a:lnTo>
                  <a:pt x="367875" y="648995"/>
                </a:lnTo>
                <a:lnTo>
                  <a:pt x="365627" y="654158"/>
                </a:lnTo>
                <a:lnTo>
                  <a:pt x="360474" y="649662"/>
                </a:lnTo>
                <a:close/>
                <a:moveTo>
                  <a:pt x="336842" y="761619"/>
                </a:moveTo>
                <a:lnTo>
                  <a:pt x="340919" y="759390"/>
                </a:lnTo>
                <a:lnTo>
                  <a:pt x="337271" y="763629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39" name="State - DC - District of Columbia"/>
          <p:cNvSpPr/>
          <p:nvPr/>
        </p:nvSpPr>
        <p:spPr>
          <a:xfrm>
            <a:off x="9547774" y="3307680"/>
            <a:ext cx="34833" cy="41977"/>
          </a:xfrm>
          <a:custGeom>
            <a:avLst/>
            <a:gdLst/>
            <a:ahLst/>
            <a:cxnLst/>
            <a:rect l="l" t="t" r="r" b="b"/>
            <a:pathLst>
              <a:path w="34833" h="41977">
                <a:moveTo>
                  <a:pt x="0" y="15116"/>
                </a:moveTo>
                <a:lnTo>
                  <a:pt x="9830" y="0"/>
                </a:lnTo>
                <a:lnTo>
                  <a:pt x="34833" y="16974"/>
                </a:lnTo>
                <a:lnTo>
                  <a:pt x="18650" y="41977"/>
                </a:lnTo>
                <a:lnTo>
                  <a:pt x="15078" y="25622"/>
                </a:lnTo>
                <a:lnTo>
                  <a:pt x="371" y="15459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40" name="State - OK - Oklahoma"/>
          <p:cNvSpPr/>
          <p:nvPr/>
        </p:nvSpPr>
        <p:spPr>
          <a:xfrm>
            <a:off x="5377053" y="3987165"/>
            <a:ext cx="1424549" cy="750922"/>
          </a:xfrm>
          <a:custGeom>
            <a:avLst/>
            <a:gdLst/>
            <a:ahLst/>
            <a:cxnLst/>
            <a:rect l="l" t="t" r="r" b="b"/>
            <a:pathLst>
              <a:path w="1424549" h="750922">
                <a:moveTo>
                  <a:pt x="7782" y="0"/>
                </a:moveTo>
                <a:lnTo>
                  <a:pt x="277559" y="18393"/>
                </a:lnTo>
                <a:lnTo>
                  <a:pt x="772639" y="38129"/>
                </a:lnTo>
                <a:lnTo>
                  <a:pt x="1388221" y="41081"/>
                </a:lnTo>
                <a:lnTo>
                  <a:pt x="1389755" y="146123"/>
                </a:lnTo>
                <a:lnTo>
                  <a:pt x="1424549" y="377952"/>
                </a:lnTo>
                <a:lnTo>
                  <a:pt x="1420978" y="748779"/>
                </a:lnTo>
                <a:lnTo>
                  <a:pt x="1414329" y="750922"/>
                </a:lnTo>
                <a:lnTo>
                  <a:pt x="1404966" y="738807"/>
                </a:lnTo>
                <a:lnTo>
                  <a:pt x="1382868" y="737187"/>
                </a:lnTo>
                <a:lnTo>
                  <a:pt x="1371829" y="723157"/>
                </a:lnTo>
                <a:lnTo>
                  <a:pt x="1354941" y="725157"/>
                </a:lnTo>
                <a:lnTo>
                  <a:pt x="1337548" y="701211"/>
                </a:lnTo>
                <a:lnTo>
                  <a:pt x="1324213" y="701011"/>
                </a:lnTo>
                <a:lnTo>
                  <a:pt x="1310659" y="686000"/>
                </a:lnTo>
                <a:lnTo>
                  <a:pt x="1293162" y="680428"/>
                </a:lnTo>
                <a:lnTo>
                  <a:pt x="1282760" y="698773"/>
                </a:lnTo>
                <a:lnTo>
                  <a:pt x="1238574" y="697925"/>
                </a:lnTo>
                <a:lnTo>
                  <a:pt x="1236088" y="687467"/>
                </a:lnTo>
                <a:lnTo>
                  <a:pt x="1229173" y="686638"/>
                </a:lnTo>
                <a:lnTo>
                  <a:pt x="1212523" y="696992"/>
                </a:lnTo>
                <a:lnTo>
                  <a:pt x="1202322" y="695468"/>
                </a:lnTo>
                <a:lnTo>
                  <a:pt x="1199645" y="705717"/>
                </a:lnTo>
                <a:lnTo>
                  <a:pt x="1193959" y="702059"/>
                </a:lnTo>
                <a:lnTo>
                  <a:pt x="1188406" y="707450"/>
                </a:lnTo>
                <a:lnTo>
                  <a:pt x="1171623" y="696678"/>
                </a:lnTo>
                <a:lnTo>
                  <a:pt x="1170070" y="702402"/>
                </a:lnTo>
                <a:lnTo>
                  <a:pt x="1161964" y="700926"/>
                </a:lnTo>
                <a:lnTo>
                  <a:pt x="1157135" y="706441"/>
                </a:lnTo>
                <a:lnTo>
                  <a:pt x="1135066" y="707003"/>
                </a:lnTo>
                <a:lnTo>
                  <a:pt x="1129884" y="723214"/>
                </a:lnTo>
                <a:lnTo>
                  <a:pt x="1110215" y="721928"/>
                </a:lnTo>
                <a:lnTo>
                  <a:pt x="1100557" y="738692"/>
                </a:lnTo>
                <a:lnTo>
                  <a:pt x="1087850" y="719823"/>
                </a:lnTo>
                <a:lnTo>
                  <a:pt x="1074496" y="720481"/>
                </a:lnTo>
                <a:lnTo>
                  <a:pt x="1070019" y="710327"/>
                </a:lnTo>
                <a:lnTo>
                  <a:pt x="1052427" y="705050"/>
                </a:lnTo>
                <a:lnTo>
                  <a:pt x="1059590" y="694754"/>
                </a:lnTo>
                <a:lnTo>
                  <a:pt x="1046016" y="690020"/>
                </a:lnTo>
                <a:lnTo>
                  <a:pt x="1040340" y="706317"/>
                </a:lnTo>
                <a:lnTo>
                  <a:pt x="1029662" y="709308"/>
                </a:lnTo>
                <a:lnTo>
                  <a:pt x="1024128" y="699935"/>
                </a:lnTo>
                <a:lnTo>
                  <a:pt x="1010202" y="701573"/>
                </a:lnTo>
                <a:lnTo>
                  <a:pt x="1003354" y="681085"/>
                </a:lnTo>
                <a:lnTo>
                  <a:pt x="993448" y="685629"/>
                </a:lnTo>
                <a:lnTo>
                  <a:pt x="992200" y="681266"/>
                </a:lnTo>
                <a:lnTo>
                  <a:pt x="991324" y="695925"/>
                </a:lnTo>
                <a:lnTo>
                  <a:pt x="984647" y="704736"/>
                </a:lnTo>
                <a:lnTo>
                  <a:pt x="973788" y="702678"/>
                </a:lnTo>
                <a:lnTo>
                  <a:pt x="980427" y="710298"/>
                </a:lnTo>
                <a:lnTo>
                  <a:pt x="972836" y="713022"/>
                </a:lnTo>
                <a:lnTo>
                  <a:pt x="973712" y="725653"/>
                </a:lnTo>
                <a:lnTo>
                  <a:pt x="966778" y="731244"/>
                </a:lnTo>
                <a:lnTo>
                  <a:pt x="958910" y="726824"/>
                </a:lnTo>
                <a:lnTo>
                  <a:pt x="953357" y="713337"/>
                </a:lnTo>
                <a:lnTo>
                  <a:pt x="960149" y="703802"/>
                </a:lnTo>
                <a:lnTo>
                  <a:pt x="952719" y="689277"/>
                </a:lnTo>
                <a:lnTo>
                  <a:pt x="944909" y="700164"/>
                </a:lnTo>
                <a:lnTo>
                  <a:pt x="931669" y="697735"/>
                </a:lnTo>
                <a:lnTo>
                  <a:pt x="925354" y="708755"/>
                </a:lnTo>
                <a:lnTo>
                  <a:pt x="915429" y="709051"/>
                </a:lnTo>
                <a:lnTo>
                  <a:pt x="909257" y="704259"/>
                </a:lnTo>
                <a:lnTo>
                  <a:pt x="909885" y="691220"/>
                </a:lnTo>
                <a:lnTo>
                  <a:pt x="888073" y="691172"/>
                </a:lnTo>
                <a:lnTo>
                  <a:pt x="887882" y="680456"/>
                </a:lnTo>
                <a:lnTo>
                  <a:pt x="873928" y="672275"/>
                </a:lnTo>
                <a:lnTo>
                  <a:pt x="839124" y="701507"/>
                </a:lnTo>
                <a:lnTo>
                  <a:pt x="820045" y="691010"/>
                </a:lnTo>
                <a:lnTo>
                  <a:pt x="826846" y="671513"/>
                </a:lnTo>
                <a:lnTo>
                  <a:pt x="802624" y="667903"/>
                </a:lnTo>
                <a:lnTo>
                  <a:pt x="797452" y="653796"/>
                </a:lnTo>
                <a:lnTo>
                  <a:pt x="802929" y="642137"/>
                </a:lnTo>
                <a:lnTo>
                  <a:pt x="799671" y="636632"/>
                </a:lnTo>
                <a:lnTo>
                  <a:pt x="789280" y="644785"/>
                </a:lnTo>
                <a:lnTo>
                  <a:pt x="756152" y="634975"/>
                </a:lnTo>
                <a:lnTo>
                  <a:pt x="747151" y="649872"/>
                </a:lnTo>
                <a:lnTo>
                  <a:pt x="734720" y="654272"/>
                </a:lnTo>
                <a:lnTo>
                  <a:pt x="715861" y="633193"/>
                </a:lnTo>
                <a:lnTo>
                  <a:pt x="688753" y="639975"/>
                </a:lnTo>
                <a:lnTo>
                  <a:pt x="679399" y="632603"/>
                </a:lnTo>
                <a:lnTo>
                  <a:pt x="669912" y="634174"/>
                </a:lnTo>
                <a:lnTo>
                  <a:pt x="650005" y="618525"/>
                </a:lnTo>
                <a:lnTo>
                  <a:pt x="640251" y="623049"/>
                </a:lnTo>
                <a:lnTo>
                  <a:pt x="615410" y="618849"/>
                </a:lnTo>
                <a:lnTo>
                  <a:pt x="612267" y="592264"/>
                </a:lnTo>
                <a:lnTo>
                  <a:pt x="602056" y="582559"/>
                </a:lnTo>
                <a:lnTo>
                  <a:pt x="604504" y="578729"/>
                </a:lnTo>
                <a:lnTo>
                  <a:pt x="594617" y="577263"/>
                </a:lnTo>
                <a:lnTo>
                  <a:pt x="586464" y="566509"/>
                </a:lnTo>
                <a:lnTo>
                  <a:pt x="580149" y="584187"/>
                </a:lnTo>
                <a:lnTo>
                  <a:pt x="552079" y="573710"/>
                </a:lnTo>
                <a:lnTo>
                  <a:pt x="546564" y="582692"/>
                </a:lnTo>
                <a:lnTo>
                  <a:pt x="530171" y="580730"/>
                </a:lnTo>
                <a:lnTo>
                  <a:pt x="493204" y="538582"/>
                </a:lnTo>
                <a:lnTo>
                  <a:pt x="479965" y="540982"/>
                </a:lnTo>
                <a:lnTo>
                  <a:pt x="497110" y="133769"/>
                </a:lnTo>
                <a:lnTo>
                  <a:pt x="0" y="104813"/>
                </a:lnTo>
                <a:lnTo>
                  <a:pt x="6401" y="18574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41" name="State - WA - Washington"/>
          <p:cNvSpPr/>
          <p:nvPr/>
        </p:nvSpPr>
        <p:spPr>
          <a:xfrm>
            <a:off x="2543327" y="990600"/>
            <a:ext cx="1107338" cy="820674"/>
          </a:xfrm>
          <a:custGeom>
            <a:avLst/>
            <a:gdLst/>
            <a:ahLst/>
            <a:cxnLst/>
            <a:rect l="l" t="t" r="r" b="b"/>
            <a:pathLst>
              <a:path w="1107338" h="820674">
                <a:moveTo>
                  <a:pt x="1107338" y="210503"/>
                </a:moveTo>
                <a:lnTo>
                  <a:pt x="989867" y="731129"/>
                </a:lnTo>
                <a:lnTo>
                  <a:pt x="982970" y="743360"/>
                </a:lnTo>
                <a:lnTo>
                  <a:pt x="991076" y="757314"/>
                </a:lnTo>
                <a:lnTo>
                  <a:pt x="994353" y="785498"/>
                </a:lnTo>
                <a:lnTo>
                  <a:pt x="982228" y="799490"/>
                </a:lnTo>
                <a:lnTo>
                  <a:pt x="987352" y="820674"/>
                </a:lnTo>
                <a:lnTo>
                  <a:pt x="695392" y="751065"/>
                </a:lnTo>
                <a:lnTo>
                  <a:pt x="672475" y="759752"/>
                </a:lnTo>
                <a:lnTo>
                  <a:pt x="605047" y="745684"/>
                </a:lnTo>
                <a:lnTo>
                  <a:pt x="592084" y="755856"/>
                </a:lnTo>
                <a:lnTo>
                  <a:pt x="548764" y="751751"/>
                </a:lnTo>
                <a:lnTo>
                  <a:pt x="509140" y="762648"/>
                </a:lnTo>
                <a:lnTo>
                  <a:pt x="480527" y="760914"/>
                </a:lnTo>
                <a:lnTo>
                  <a:pt x="469240" y="758971"/>
                </a:lnTo>
                <a:lnTo>
                  <a:pt x="450494" y="742950"/>
                </a:lnTo>
                <a:lnTo>
                  <a:pt x="408318" y="753885"/>
                </a:lnTo>
                <a:lnTo>
                  <a:pt x="385096" y="745560"/>
                </a:lnTo>
                <a:lnTo>
                  <a:pt x="368008" y="750961"/>
                </a:lnTo>
                <a:lnTo>
                  <a:pt x="364827" y="736035"/>
                </a:lnTo>
                <a:lnTo>
                  <a:pt x="349529" y="724595"/>
                </a:lnTo>
                <a:lnTo>
                  <a:pt x="336880" y="723500"/>
                </a:lnTo>
                <a:lnTo>
                  <a:pt x="323298" y="712746"/>
                </a:lnTo>
                <a:lnTo>
                  <a:pt x="297094" y="712356"/>
                </a:lnTo>
                <a:lnTo>
                  <a:pt x="283178" y="705907"/>
                </a:lnTo>
                <a:lnTo>
                  <a:pt x="254384" y="716013"/>
                </a:lnTo>
                <a:lnTo>
                  <a:pt x="206131" y="719557"/>
                </a:lnTo>
                <a:lnTo>
                  <a:pt x="160982" y="692306"/>
                </a:lnTo>
                <a:lnTo>
                  <a:pt x="146933" y="677980"/>
                </a:lnTo>
                <a:lnTo>
                  <a:pt x="157524" y="615201"/>
                </a:lnTo>
                <a:lnTo>
                  <a:pt x="152105" y="587045"/>
                </a:lnTo>
                <a:lnTo>
                  <a:pt x="128626" y="558184"/>
                </a:lnTo>
                <a:lnTo>
                  <a:pt x="90907" y="555498"/>
                </a:lnTo>
                <a:lnTo>
                  <a:pt x="84763" y="545992"/>
                </a:lnTo>
                <a:lnTo>
                  <a:pt x="88021" y="536658"/>
                </a:lnTo>
                <a:lnTo>
                  <a:pt x="83763" y="527047"/>
                </a:lnTo>
                <a:lnTo>
                  <a:pt x="56788" y="519208"/>
                </a:lnTo>
                <a:lnTo>
                  <a:pt x="54759" y="510254"/>
                </a:lnTo>
                <a:lnTo>
                  <a:pt x="26689" y="516026"/>
                </a:lnTo>
                <a:lnTo>
                  <a:pt x="13745" y="496148"/>
                </a:lnTo>
                <a:lnTo>
                  <a:pt x="0" y="501967"/>
                </a:lnTo>
                <a:lnTo>
                  <a:pt x="23889" y="429406"/>
                </a:lnTo>
                <a:lnTo>
                  <a:pt x="27327" y="428082"/>
                </a:lnTo>
                <a:lnTo>
                  <a:pt x="26918" y="441684"/>
                </a:lnTo>
                <a:lnTo>
                  <a:pt x="15764" y="482556"/>
                </a:lnTo>
                <a:lnTo>
                  <a:pt x="22717" y="485089"/>
                </a:lnTo>
                <a:lnTo>
                  <a:pt x="25508" y="461648"/>
                </a:lnTo>
                <a:lnTo>
                  <a:pt x="30994" y="468392"/>
                </a:lnTo>
                <a:lnTo>
                  <a:pt x="41967" y="456124"/>
                </a:lnTo>
                <a:lnTo>
                  <a:pt x="38814" y="433616"/>
                </a:lnTo>
                <a:lnTo>
                  <a:pt x="61217" y="424644"/>
                </a:lnTo>
                <a:lnTo>
                  <a:pt x="54931" y="413804"/>
                </a:lnTo>
                <a:lnTo>
                  <a:pt x="50254" y="417481"/>
                </a:lnTo>
                <a:lnTo>
                  <a:pt x="42682" y="413747"/>
                </a:lnTo>
                <a:lnTo>
                  <a:pt x="41053" y="419767"/>
                </a:lnTo>
                <a:lnTo>
                  <a:pt x="27108" y="407232"/>
                </a:lnTo>
                <a:lnTo>
                  <a:pt x="30718" y="372780"/>
                </a:lnTo>
                <a:lnTo>
                  <a:pt x="36586" y="375514"/>
                </a:lnTo>
                <a:lnTo>
                  <a:pt x="36967" y="384229"/>
                </a:lnTo>
                <a:lnTo>
                  <a:pt x="52654" y="375895"/>
                </a:lnTo>
                <a:lnTo>
                  <a:pt x="71333" y="375771"/>
                </a:lnTo>
                <a:lnTo>
                  <a:pt x="52749" y="362217"/>
                </a:lnTo>
                <a:lnTo>
                  <a:pt x="53531" y="352701"/>
                </a:lnTo>
                <a:lnTo>
                  <a:pt x="41167" y="346453"/>
                </a:lnTo>
                <a:lnTo>
                  <a:pt x="35928" y="349310"/>
                </a:lnTo>
                <a:lnTo>
                  <a:pt x="34928" y="365750"/>
                </a:lnTo>
                <a:lnTo>
                  <a:pt x="26260" y="366903"/>
                </a:lnTo>
                <a:lnTo>
                  <a:pt x="38471" y="325603"/>
                </a:lnTo>
                <a:lnTo>
                  <a:pt x="40472" y="293018"/>
                </a:lnTo>
                <a:lnTo>
                  <a:pt x="33347" y="276035"/>
                </a:lnTo>
                <a:lnTo>
                  <a:pt x="42329" y="195901"/>
                </a:lnTo>
                <a:lnTo>
                  <a:pt x="38424" y="177698"/>
                </a:lnTo>
                <a:lnTo>
                  <a:pt x="24498" y="158020"/>
                </a:lnTo>
                <a:lnTo>
                  <a:pt x="22889" y="140970"/>
                </a:lnTo>
                <a:lnTo>
                  <a:pt x="26965" y="99203"/>
                </a:lnTo>
                <a:lnTo>
                  <a:pt x="47177" y="69247"/>
                </a:lnTo>
                <a:lnTo>
                  <a:pt x="41624" y="55645"/>
                </a:lnTo>
                <a:lnTo>
                  <a:pt x="61998" y="65884"/>
                </a:lnTo>
                <a:lnTo>
                  <a:pt x="79791" y="88478"/>
                </a:lnTo>
                <a:lnTo>
                  <a:pt x="99203" y="100117"/>
                </a:lnTo>
                <a:lnTo>
                  <a:pt x="127835" y="129921"/>
                </a:lnTo>
                <a:lnTo>
                  <a:pt x="165306" y="140789"/>
                </a:lnTo>
                <a:lnTo>
                  <a:pt x="211874" y="166259"/>
                </a:lnTo>
                <a:lnTo>
                  <a:pt x="224771" y="168935"/>
                </a:lnTo>
                <a:lnTo>
                  <a:pt x="242430" y="161420"/>
                </a:lnTo>
                <a:lnTo>
                  <a:pt x="249603" y="184204"/>
                </a:lnTo>
                <a:lnTo>
                  <a:pt x="266481" y="186890"/>
                </a:lnTo>
                <a:lnTo>
                  <a:pt x="266652" y="207483"/>
                </a:lnTo>
                <a:lnTo>
                  <a:pt x="271891" y="207769"/>
                </a:lnTo>
                <a:lnTo>
                  <a:pt x="276092" y="199311"/>
                </a:lnTo>
                <a:lnTo>
                  <a:pt x="273206" y="184690"/>
                </a:lnTo>
                <a:lnTo>
                  <a:pt x="290674" y="182794"/>
                </a:lnTo>
                <a:lnTo>
                  <a:pt x="290722" y="188443"/>
                </a:lnTo>
                <a:lnTo>
                  <a:pt x="281959" y="192243"/>
                </a:lnTo>
                <a:lnTo>
                  <a:pt x="284159" y="202187"/>
                </a:lnTo>
                <a:lnTo>
                  <a:pt x="298161" y="193891"/>
                </a:lnTo>
                <a:lnTo>
                  <a:pt x="295675" y="211331"/>
                </a:lnTo>
                <a:lnTo>
                  <a:pt x="287922" y="211055"/>
                </a:lnTo>
                <a:lnTo>
                  <a:pt x="287474" y="215303"/>
                </a:lnTo>
                <a:lnTo>
                  <a:pt x="296294" y="239430"/>
                </a:lnTo>
                <a:lnTo>
                  <a:pt x="283902" y="240020"/>
                </a:lnTo>
                <a:lnTo>
                  <a:pt x="283578" y="246221"/>
                </a:lnTo>
                <a:lnTo>
                  <a:pt x="272682" y="251298"/>
                </a:lnTo>
                <a:lnTo>
                  <a:pt x="257080" y="272767"/>
                </a:lnTo>
                <a:lnTo>
                  <a:pt x="266452" y="251212"/>
                </a:lnTo>
                <a:lnTo>
                  <a:pt x="264947" y="241449"/>
                </a:lnTo>
                <a:lnTo>
                  <a:pt x="245316" y="270434"/>
                </a:lnTo>
                <a:lnTo>
                  <a:pt x="204226" y="305143"/>
                </a:lnTo>
                <a:lnTo>
                  <a:pt x="191519" y="323517"/>
                </a:lnTo>
                <a:lnTo>
                  <a:pt x="208369" y="329489"/>
                </a:lnTo>
                <a:lnTo>
                  <a:pt x="232601" y="323602"/>
                </a:lnTo>
                <a:lnTo>
                  <a:pt x="205759" y="324936"/>
                </a:lnTo>
                <a:lnTo>
                  <a:pt x="198472" y="317840"/>
                </a:lnTo>
                <a:lnTo>
                  <a:pt x="230553" y="285340"/>
                </a:lnTo>
                <a:lnTo>
                  <a:pt x="264443" y="276673"/>
                </a:lnTo>
                <a:lnTo>
                  <a:pt x="275330" y="259032"/>
                </a:lnTo>
                <a:lnTo>
                  <a:pt x="299561" y="246774"/>
                </a:lnTo>
                <a:lnTo>
                  <a:pt x="298342" y="228914"/>
                </a:lnTo>
                <a:lnTo>
                  <a:pt x="306391" y="235515"/>
                </a:lnTo>
                <a:lnTo>
                  <a:pt x="307838" y="270758"/>
                </a:lnTo>
                <a:lnTo>
                  <a:pt x="295780" y="269748"/>
                </a:lnTo>
                <a:lnTo>
                  <a:pt x="299895" y="280949"/>
                </a:lnTo>
                <a:lnTo>
                  <a:pt x="296789" y="304914"/>
                </a:lnTo>
                <a:lnTo>
                  <a:pt x="286522" y="307848"/>
                </a:lnTo>
                <a:lnTo>
                  <a:pt x="284169" y="314239"/>
                </a:lnTo>
                <a:lnTo>
                  <a:pt x="290455" y="318897"/>
                </a:lnTo>
                <a:lnTo>
                  <a:pt x="268910" y="352320"/>
                </a:lnTo>
                <a:lnTo>
                  <a:pt x="270453" y="361617"/>
                </a:lnTo>
                <a:lnTo>
                  <a:pt x="259051" y="372961"/>
                </a:lnTo>
                <a:lnTo>
                  <a:pt x="249907" y="355997"/>
                </a:lnTo>
                <a:lnTo>
                  <a:pt x="264062" y="340157"/>
                </a:lnTo>
                <a:lnTo>
                  <a:pt x="248707" y="345624"/>
                </a:lnTo>
                <a:lnTo>
                  <a:pt x="243392" y="364484"/>
                </a:lnTo>
                <a:lnTo>
                  <a:pt x="252974" y="373904"/>
                </a:lnTo>
                <a:lnTo>
                  <a:pt x="240020" y="387677"/>
                </a:lnTo>
                <a:lnTo>
                  <a:pt x="228457" y="355511"/>
                </a:lnTo>
                <a:lnTo>
                  <a:pt x="236334" y="350930"/>
                </a:lnTo>
                <a:lnTo>
                  <a:pt x="237477" y="335347"/>
                </a:lnTo>
                <a:lnTo>
                  <a:pt x="226400" y="352158"/>
                </a:lnTo>
                <a:lnTo>
                  <a:pt x="220875" y="373132"/>
                </a:lnTo>
                <a:lnTo>
                  <a:pt x="227924" y="372180"/>
                </a:lnTo>
                <a:lnTo>
                  <a:pt x="230038" y="384953"/>
                </a:lnTo>
                <a:lnTo>
                  <a:pt x="242192" y="392621"/>
                </a:lnTo>
                <a:lnTo>
                  <a:pt x="258404" y="381267"/>
                </a:lnTo>
                <a:lnTo>
                  <a:pt x="273529" y="361159"/>
                </a:lnTo>
                <a:lnTo>
                  <a:pt x="272320" y="355168"/>
                </a:lnTo>
                <a:lnTo>
                  <a:pt x="283512" y="369360"/>
                </a:lnTo>
                <a:lnTo>
                  <a:pt x="289531" y="366379"/>
                </a:lnTo>
                <a:lnTo>
                  <a:pt x="285921" y="361521"/>
                </a:lnTo>
                <a:lnTo>
                  <a:pt x="304457" y="357711"/>
                </a:lnTo>
                <a:lnTo>
                  <a:pt x="304238" y="308686"/>
                </a:lnTo>
                <a:lnTo>
                  <a:pt x="316649" y="307248"/>
                </a:lnTo>
                <a:lnTo>
                  <a:pt x="307762" y="291856"/>
                </a:lnTo>
                <a:lnTo>
                  <a:pt x="319449" y="280064"/>
                </a:lnTo>
                <a:lnTo>
                  <a:pt x="320688" y="264481"/>
                </a:lnTo>
                <a:lnTo>
                  <a:pt x="331460" y="257023"/>
                </a:lnTo>
                <a:lnTo>
                  <a:pt x="340843" y="238887"/>
                </a:lnTo>
                <a:lnTo>
                  <a:pt x="352492" y="237506"/>
                </a:lnTo>
                <a:lnTo>
                  <a:pt x="355749" y="228619"/>
                </a:lnTo>
                <a:lnTo>
                  <a:pt x="344338" y="207988"/>
                </a:lnTo>
                <a:lnTo>
                  <a:pt x="344653" y="179822"/>
                </a:lnTo>
                <a:lnTo>
                  <a:pt x="337642" y="177098"/>
                </a:lnTo>
                <a:lnTo>
                  <a:pt x="330451" y="187261"/>
                </a:lnTo>
                <a:lnTo>
                  <a:pt x="339947" y="215646"/>
                </a:lnTo>
                <a:lnTo>
                  <a:pt x="323621" y="194281"/>
                </a:lnTo>
                <a:lnTo>
                  <a:pt x="327660" y="170545"/>
                </a:lnTo>
                <a:lnTo>
                  <a:pt x="337861" y="169021"/>
                </a:lnTo>
                <a:lnTo>
                  <a:pt x="344519" y="174974"/>
                </a:lnTo>
                <a:lnTo>
                  <a:pt x="351253" y="169126"/>
                </a:lnTo>
                <a:lnTo>
                  <a:pt x="334928" y="143961"/>
                </a:lnTo>
                <a:lnTo>
                  <a:pt x="335194" y="130940"/>
                </a:lnTo>
                <a:lnTo>
                  <a:pt x="320202" y="133788"/>
                </a:lnTo>
                <a:lnTo>
                  <a:pt x="323345" y="121415"/>
                </a:lnTo>
                <a:lnTo>
                  <a:pt x="315525" y="121053"/>
                </a:lnTo>
                <a:lnTo>
                  <a:pt x="321821" y="113214"/>
                </a:lnTo>
                <a:lnTo>
                  <a:pt x="332956" y="113624"/>
                </a:lnTo>
                <a:lnTo>
                  <a:pt x="339138" y="127283"/>
                </a:lnTo>
                <a:lnTo>
                  <a:pt x="348148" y="129016"/>
                </a:lnTo>
                <a:lnTo>
                  <a:pt x="345681" y="105737"/>
                </a:lnTo>
                <a:lnTo>
                  <a:pt x="352292" y="111204"/>
                </a:lnTo>
                <a:lnTo>
                  <a:pt x="361683" y="105261"/>
                </a:lnTo>
                <a:lnTo>
                  <a:pt x="354854" y="91173"/>
                </a:lnTo>
                <a:lnTo>
                  <a:pt x="361559" y="72742"/>
                </a:lnTo>
                <a:lnTo>
                  <a:pt x="356911" y="66056"/>
                </a:lnTo>
                <a:lnTo>
                  <a:pt x="341081" y="70171"/>
                </a:lnTo>
                <a:lnTo>
                  <a:pt x="341633" y="79305"/>
                </a:lnTo>
                <a:lnTo>
                  <a:pt x="336090" y="69294"/>
                </a:lnTo>
                <a:lnTo>
                  <a:pt x="342605" y="60046"/>
                </a:lnTo>
                <a:lnTo>
                  <a:pt x="337461" y="54388"/>
                </a:lnTo>
                <a:lnTo>
                  <a:pt x="334270" y="57379"/>
                </a:lnTo>
                <a:lnTo>
                  <a:pt x="336785" y="45044"/>
                </a:lnTo>
                <a:lnTo>
                  <a:pt x="329260" y="33061"/>
                </a:lnTo>
                <a:lnTo>
                  <a:pt x="337623" y="27384"/>
                </a:lnTo>
                <a:lnTo>
                  <a:pt x="328251" y="22393"/>
                </a:lnTo>
                <a:lnTo>
                  <a:pt x="340195" y="12783"/>
                </a:lnTo>
                <a:lnTo>
                  <a:pt x="708003" y="114033"/>
                </a:lnTo>
                <a:lnTo>
                  <a:pt x="1094680" y="207702"/>
                </a:lnTo>
                <a:close/>
                <a:moveTo>
                  <a:pt x="342043" y="223714"/>
                </a:moveTo>
                <a:lnTo>
                  <a:pt x="344519" y="227800"/>
                </a:lnTo>
                <a:lnTo>
                  <a:pt x="341071" y="223961"/>
                </a:lnTo>
                <a:close/>
                <a:moveTo>
                  <a:pt x="291513" y="310286"/>
                </a:moveTo>
                <a:lnTo>
                  <a:pt x="294132" y="315182"/>
                </a:lnTo>
                <a:lnTo>
                  <a:pt x="290312" y="310801"/>
                </a:lnTo>
                <a:close/>
                <a:moveTo>
                  <a:pt x="277587" y="347805"/>
                </a:moveTo>
                <a:lnTo>
                  <a:pt x="293256" y="319526"/>
                </a:lnTo>
                <a:lnTo>
                  <a:pt x="292408" y="341595"/>
                </a:lnTo>
                <a:lnTo>
                  <a:pt x="300076" y="347815"/>
                </a:lnTo>
                <a:lnTo>
                  <a:pt x="280445" y="354797"/>
                </a:lnTo>
                <a:lnTo>
                  <a:pt x="276539" y="350387"/>
                </a:lnTo>
                <a:close/>
                <a:moveTo>
                  <a:pt x="328241" y="106509"/>
                </a:moveTo>
                <a:lnTo>
                  <a:pt x="331956" y="99136"/>
                </a:lnTo>
                <a:lnTo>
                  <a:pt x="337899" y="113567"/>
                </a:lnTo>
                <a:lnTo>
                  <a:pt x="327508" y="108671"/>
                </a:lnTo>
                <a:close/>
                <a:moveTo>
                  <a:pt x="326517" y="90126"/>
                </a:moveTo>
                <a:lnTo>
                  <a:pt x="331260" y="94317"/>
                </a:lnTo>
                <a:lnTo>
                  <a:pt x="326250" y="90468"/>
                </a:lnTo>
                <a:close/>
                <a:moveTo>
                  <a:pt x="329489" y="67704"/>
                </a:moveTo>
                <a:lnTo>
                  <a:pt x="332737" y="66075"/>
                </a:lnTo>
                <a:lnTo>
                  <a:pt x="339604" y="89183"/>
                </a:lnTo>
                <a:lnTo>
                  <a:pt x="329051" y="69352"/>
                </a:lnTo>
                <a:close/>
                <a:moveTo>
                  <a:pt x="318687" y="96250"/>
                </a:moveTo>
                <a:lnTo>
                  <a:pt x="323498" y="92316"/>
                </a:lnTo>
                <a:lnTo>
                  <a:pt x="327089" y="101927"/>
                </a:lnTo>
                <a:lnTo>
                  <a:pt x="319183" y="105880"/>
                </a:lnTo>
                <a:lnTo>
                  <a:pt x="318173" y="98260"/>
                </a:lnTo>
                <a:close/>
                <a:moveTo>
                  <a:pt x="294237" y="165706"/>
                </a:moveTo>
                <a:lnTo>
                  <a:pt x="318335" y="135303"/>
                </a:lnTo>
                <a:lnTo>
                  <a:pt x="327231" y="136065"/>
                </a:lnTo>
                <a:lnTo>
                  <a:pt x="326260" y="147933"/>
                </a:lnTo>
                <a:lnTo>
                  <a:pt x="333766" y="162020"/>
                </a:lnTo>
                <a:lnTo>
                  <a:pt x="318421" y="158372"/>
                </a:lnTo>
                <a:lnTo>
                  <a:pt x="299837" y="168373"/>
                </a:lnTo>
                <a:lnTo>
                  <a:pt x="315144" y="175879"/>
                </a:lnTo>
                <a:lnTo>
                  <a:pt x="313420" y="216675"/>
                </a:lnTo>
                <a:lnTo>
                  <a:pt x="319688" y="201187"/>
                </a:lnTo>
                <a:lnTo>
                  <a:pt x="336309" y="219265"/>
                </a:lnTo>
                <a:lnTo>
                  <a:pt x="335632" y="235325"/>
                </a:lnTo>
                <a:lnTo>
                  <a:pt x="328346" y="245021"/>
                </a:lnTo>
                <a:lnTo>
                  <a:pt x="322116" y="240944"/>
                </a:lnTo>
                <a:lnTo>
                  <a:pt x="320669" y="224685"/>
                </a:lnTo>
                <a:lnTo>
                  <a:pt x="309439" y="226038"/>
                </a:lnTo>
                <a:lnTo>
                  <a:pt x="311629" y="220389"/>
                </a:lnTo>
                <a:lnTo>
                  <a:pt x="304895" y="211026"/>
                </a:lnTo>
                <a:lnTo>
                  <a:pt x="311496" y="186947"/>
                </a:lnTo>
                <a:lnTo>
                  <a:pt x="302257" y="183585"/>
                </a:lnTo>
                <a:lnTo>
                  <a:pt x="294037" y="166326"/>
                </a:lnTo>
                <a:close/>
                <a:moveTo>
                  <a:pt x="305467" y="52854"/>
                </a:moveTo>
                <a:lnTo>
                  <a:pt x="310620" y="55321"/>
                </a:lnTo>
                <a:lnTo>
                  <a:pt x="304371" y="55293"/>
                </a:lnTo>
                <a:close/>
                <a:moveTo>
                  <a:pt x="281197" y="60455"/>
                </a:moveTo>
                <a:lnTo>
                  <a:pt x="290579" y="58407"/>
                </a:lnTo>
                <a:lnTo>
                  <a:pt x="287798" y="65599"/>
                </a:lnTo>
                <a:lnTo>
                  <a:pt x="284074" y="62198"/>
                </a:lnTo>
                <a:close/>
                <a:moveTo>
                  <a:pt x="295999" y="0"/>
                </a:moveTo>
                <a:lnTo>
                  <a:pt x="303743" y="7563"/>
                </a:lnTo>
                <a:lnTo>
                  <a:pt x="295904" y="3286"/>
                </a:lnTo>
                <a:close/>
                <a:moveTo>
                  <a:pt x="257470" y="75771"/>
                </a:moveTo>
                <a:lnTo>
                  <a:pt x="262261" y="71618"/>
                </a:lnTo>
                <a:lnTo>
                  <a:pt x="271777" y="74333"/>
                </a:lnTo>
                <a:lnTo>
                  <a:pt x="276568" y="87173"/>
                </a:lnTo>
                <a:lnTo>
                  <a:pt x="284321" y="91011"/>
                </a:lnTo>
                <a:lnTo>
                  <a:pt x="279530" y="76914"/>
                </a:lnTo>
                <a:lnTo>
                  <a:pt x="302285" y="63703"/>
                </a:lnTo>
                <a:lnTo>
                  <a:pt x="322783" y="80982"/>
                </a:lnTo>
                <a:lnTo>
                  <a:pt x="311372" y="86611"/>
                </a:lnTo>
                <a:lnTo>
                  <a:pt x="313134" y="100193"/>
                </a:lnTo>
                <a:lnTo>
                  <a:pt x="299733" y="125463"/>
                </a:lnTo>
                <a:lnTo>
                  <a:pt x="289931" y="123377"/>
                </a:lnTo>
                <a:lnTo>
                  <a:pt x="286579" y="113357"/>
                </a:lnTo>
                <a:lnTo>
                  <a:pt x="271491" y="109147"/>
                </a:lnTo>
                <a:lnTo>
                  <a:pt x="262623" y="99546"/>
                </a:lnTo>
                <a:lnTo>
                  <a:pt x="257165" y="76972"/>
                </a:lnTo>
                <a:close/>
                <a:moveTo>
                  <a:pt x="258394" y="56121"/>
                </a:moveTo>
                <a:lnTo>
                  <a:pt x="272577" y="72199"/>
                </a:lnTo>
                <a:lnTo>
                  <a:pt x="257994" y="57179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42" name="State - NV - Nevada"/>
          <p:cNvSpPr/>
          <p:nvPr/>
        </p:nvSpPr>
        <p:spPr>
          <a:xfrm>
            <a:off x="2729846" y="2516438"/>
            <a:ext cx="1050827" cy="1625270"/>
          </a:xfrm>
          <a:custGeom>
            <a:avLst/>
            <a:gdLst/>
            <a:ahLst/>
            <a:cxnLst/>
            <a:rect l="l" t="t" r="r" b="b"/>
            <a:pathLst>
              <a:path w="1050827" h="1625270">
                <a:moveTo>
                  <a:pt x="157505" y="0"/>
                </a:moveTo>
                <a:lnTo>
                  <a:pt x="686286" y="125559"/>
                </a:lnTo>
                <a:lnTo>
                  <a:pt x="1050827" y="201035"/>
                </a:lnTo>
                <a:lnTo>
                  <a:pt x="819941" y="1398213"/>
                </a:lnTo>
                <a:lnTo>
                  <a:pt x="795595" y="1429969"/>
                </a:lnTo>
                <a:lnTo>
                  <a:pt x="779307" y="1427597"/>
                </a:lnTo>
                <a:lnTo>
                  <a:pt x="759409" y="1396460"/>
                </a:lnTo>
                <a:lnTo>
                  <a:pt x="751818" y="1399556"/>
                </a:lnTo>
                <a:lnTo>
                  <a:pt x="742178" y="1392307"/>
                </a:lnTo>
                <a:lnTo>
                  <a:pt x="722214" y="1390212"/>
                </a:lnTo>
                <a:lnTo>
                  <a:pt x="699687" y="1397537"/>
                </a:lnTo>
                <a:lnTo>
                  <a:pt x="697792" y="1427874"/>
                </a:lnTo>
                <a:lnTo>
                  <a:pt x="705431" y="1444219"/>
                </a:lnTo>
                <a:lnTo>
                  <a:pt x="695249" y="1456896"/>
                </a:lnTo>
                <a:lnTo>
                  <a:pt x="692620" y="1489548"/>
                </a:lnTo>
                <a:lnTo>
                  <a:pt x="696878" y="1499102"/>
                </a:lnTo>
                <a:lnTo>
                  <a:pt x="687915" y="1523257"/>
                </a:lnTo>
                <a:lnTo>
                  <a:pt x="694439" y="1553728"/>
                </a:lnTo>
                <a:lnTo>
                  <a:pt x="693296" y="1589942"/>
                </a:lnTo>
                <a:lnTo>
                  <a:pt x="689524" y="1600924"/>
                </a:lnTo>
                <a:lnTo>
                  <a:pt x="677123" y="1604220"/>
                </a:lnTo>
                <a:lnTo>
                  <a:pt x="683028" y="1612525"/>
                </a:lnTo>
                <a:lnTo>
                  <a:pt x="675227" y="1625270"/>
                </a:lnTo>
                <a:lnTo>
                  <a:pt x="0" y="609267"/>
                </a:lnTo>
                <a:lnTo>
                  <a:pt x="151219" y="24308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43" name="State - MN - Minnesota"/>
          <p:cNvSpPr/>
          <p:nvPr/>
        </p:nvSpPr>
        <p:spPr>
          <a:xfrm>
            <a:off x="6367148" y="1442133"/>
            <a:ext cx="1084593" cy="1221886"/>
          </a:xfrm>
          <a:custGeom>
            <a:avLst/>
            <a:gdLst/>
            <a:ahLst/>
            <a:cxnLst/>
            <a:rect l="l" t="t" r="r" b="b"/>
            <a:pathLst>
              <a:path w="1084593" h="1221886">
                <a:moveTo>
                  <a:pt x="371" y="78315"/>
                </a:moveTo>
                <a:lnTo>
                  <a:pt x="287522" y="79238"/>
                </a:lnTo>
                <a:lnTo>
                  <a:pt x="286864" y="0"/>
                </a:lnTo>
                <a:lnTo>
                  <a:pt x="299990" y="6286"/>
                </a:lnTo>
                <a:lnTo>
                  <a:pt x="313839" y="2648"/>
                </a:lnTo>
                <a:lnTo>
                  <a:pt x="333394" y="12525"/>
                </a:lnTo>
                <a:lnTo>
                  <a:pt x="352968" y="102156"/>
                </a:lnTo>
                <a:lnTo>
                  <a:pt x="351682" y="121644"/>
                </a:lnTo>
                <a:lnTo>
                  <a:pt x="358645" y="130854"/>
                </a:lnTo>
                <a:lnTo>
                  <a:pt x="385601" y="141094"/>
                </a:lnTo>
                <a:lnTo>
                  <a:pt x="408013" y="137560"/>
                </a:lnTo>
                <a:lnTo>
                  <a:pt x="417471" y="149381"/>
                </a:lnTo>
                <a:lnTo>
                  <a:pt x="470926" y="152600"/>
                </a:lnTo>
                <a:lnTo>
                  <a:pt x="477907" y="175641"/>
                </a:lnTo>
                <a:lnTo>
                  <a:pt x="523313" y="168392"/>
                </a:lnTo>
                <a:lnTo>
                  <a:pt x="523504" y="158877"/>
                </a:lnTo>
                <a:lnTo>
                  <a:pt x="552364" y="147561"/>
                </a:lnTo>
                <a:lnTo>
                  <a:pt x="594160" y="148619"/>
                </a:lnTo>
                <a:lnTo>
                  <a:pt x="595017" y="153381"/>
                </a:lnTo>
                <a:lnTo>
                  <a:pt x="626364" y="166564"/>
                </a:lnTo>
                <a:lnTo>
                  <a:pt x="639308" y="165373"/>
                </a:lnTo>
                <a:lnTo>
                  <a:pt x="640671" y="173469"/>
                </a:lnTo>
                <a:lnTo>
                  <a:pt x="630755" y="175565"/>
                </a:lnTo>
                <a:lnTo>
                  <a:pt x="629069" y="182204"/>
                </a:lnTo>
                <a:lnTo>
                  <a:pt x="637146" y="187347"/>
                </a:lnTo>
                <a:lnTo>
                  <a:pt x="657816" y="184299"/>
                </a:lnTo>
                <a:lnTo>
                  <a:pt x="665178" y="190976"/>
                </a:lnTo>
                <a:lnTo>
                  <a:pt x="663759" y="203902"/>
                </a:lnTo>
                <a:lnTo>
                  <a:pt x="678866" y="230505"/>
                </a:lnTo>
                <a:lnTo>
                  <a:pt x="692563" y="224199"/>
                </a:lnTo>
                <a:lnTo>
                  <a:pt x="686895" y="210331"/>
                </a:lnTo>
                <a:lnTo>
                  <a:pt x="692734" y="202159"/>
                </a:lnTo>
                <a:lnTo>
                  <a:pt x="721624" y="200101"/>
                </a:lnTo>
                <a:lnTo>
                  <a:pt x="736330" y="225552"/>
                </a:lnTo>
                <a:lnTo>
                  <a:pt x="770630" y="231048"/>
                </a:lnTo>
                <a:lnTo>
                  <a:pt x="771830" y="248441"/>
                </a:lnTo>
                <a:lnTo>
                  <a:pt x="793290" y="248783"/>
                </a:lnTo>
                <a:lnTo>
                  <a:pt x="792794" y="262157"/>
                </a:lnTo>
                <a:lnTo>
                  <a:pt x="834647" y="252898"/>
                </a:lnTo>
                <a:lnTo>
                  <a:pt x="859307" y="230553"/>
                </a:lnTo>
                <a:lnTo>
                  <a:pt x="886187" y="215684"/>
                </a:lnTo>
                <a:lnTo>
                  <a:pt x="892740" y="216627"/>
                </a:lnTo>
                <a:lnTo>
                  <a:pt x="893836" y="229505"/>
                </a:lnTo>
                <a:lnTo>
                  <a:pt x="902160" y="231762"/>
                </a:lnTo>
                <a:lnTo>
                  <a:pt x="899655" y="237468"/>
                </a:lnTo>
                <a:lnTo>
                  <a:pt x="906675" y="246583"/>
                </a:lnTo>
                <a:lnTo>
                  <a:pt x="930345" y="238430"/>
                </a:lnTo>
                <a:lnTo>
                  <a:pt x="933907" y="244002"/>
                </a:lnTo>
                <a:lnTo>
                  <a:pt x="959510" y="243564"/>
                </a:lnTo>
                <a:lnTo>
                  <a:pt x="991562" y="237134"/>
                </a:lnTo>
                <a:lnTo>
                  <a:pt x="1008755" y="241840"/>
                </a:lnTo>
                <a:lnTo>
                  <a:pt x="1013774" y="253174"/>
                </a:lnTo>
                <a:lnTo>
                  <a:pt x="1027719" y="260737"/>
                </a:lnTo>
                <a:lnTo>
                  <a:pt x="1045959" y="252222"/>
                </a:lnTo>
                <a:lnTo>
                  <a:pt x="1071991" y="256099"/>
                </a:lnTo>
                <a:lnTo>
                  <a:pt x="1084593" y="251374"/>
                </a:lnTo>
                <a:lnTo>
                  <a:pt x="1018994" y="293818"/>
                </a:lnTo>
                <a:lnTo>
                  <a:pt x="955005" y="318211"/>
                </a:lnTo>
                <a:lnTo>
                  <a:pt x="914210" y="342767"/>
                </a:lnTo>
                <a:lnTo>
                  <a:pt x="872300" y="379800"/>
                </a:lnTo>
                <a:lnTo>
                  <a:pt x="814445" y="451314"/>
                </a:lnTo>
                <a:lnTo>
                  <a:pt x="730644" y="523808"/>
                </a:lnTo>
                <a:lnTo>
                  <a:pt x="741693" y="541487"/>
                </a:lnTo>
                <a:lnTo>
                  <a:pt x="726662" y="533467"/>
                </a:lnTo>
                <a:lnTo>
                  <a:pt x="714423" y="543220"/>
                </a:lnTo>
                <a:lnTo>
                  <a:pt x="718699" y="546706"/>
                </a:lnTo>
                <a:lnTo>
                  <a:pt x="713765" y="554488"/>
                </a:lnTo>
                <a:lnTo>
                  <a:pt x="702307" y="551164"/>
                </a:lnTo>
                <a:lnTo>
                  <a:pt x="706717" y="674456"/>
                </a:lnTo>
                <a:lnTo>
                  <a:pt x="698840" y="686981"/>
                </a:lnTo>
                <a:lnTo>
                  <a:pt x="687657" y="685619"/>
                </a:lnTo>
                <a:lnTo>
                  <a:pt x="682142" y="696325"/>
                </a:lnTo>
                <a:lnTo>
                  <a:pt x="673703" y="694668"/>
                </a:lnTo>
                <a:lnTo>
                  <a:pt x="648176" y="713975"/>
                </a:lnTo>
                <a:lnTo>
                  <a:pt x="637937" y="741540"/>
                </a:lnTo>
                <a:lnTo>
                  <a:pt x="625964" y="751656"/>
                </a:lnTo>
                <a:lnTo>
                  <a:pt x="624821" y="781298"/>
                </a:lnTo>
                <a:lnTo>
                  <a:pt x="641423" y="782517"/>
                </a:lnTo>
                <a:lnTo>
                  <a:pt x="660368" y="807987"/>
                </a:lnTo>
                <a:lnTo>
                  <a:pt x="660130" y="816988"/>
                </a:lnTo>
                <a:lnTo>
                  <a:pt x="644633" y="840772"/>
                </a:lnTo>
                <a:lnTo>
                  <a:pt x="649119" y="876376"/>
                </a:lnTo>
                <a:lnTo>
                  <a:pt x="640185" y="888073"/>
                </a:lnTo>
                <a:lnTo>
                  <a:pt x="648767" y="913600"/>
                </a:lnTo>
                <a:lnTo>
                  <a:pt x="641737" y="952871"/>
                </a:lnTo>
                <a:lnTo>
                  <a:pt x="681514" y="989676"/>
                </a:lnTo>
                <a:lnTo>
                  <a:pt x="712851" y="991324"/>
                </a:lnTo>
                <a:lnTo>
                  <a:pt x="729082" y="1013384"/>
                </a:lnTo>
                <a:lnTo>
                  <a:pt x="768648" y="1028395"/>
                </a:lnTo>
                <a:lnTo>
                  <a:pt x="776697" y="1037082"/>
                </a:lnTo>
                <a:lnTo>
                  <a:pt x="784250" y="1062285"/>
                </a:lnTo>
                <a:lnTo>
                  <a:pt x="827989" y="1095727"/>
                </a:lnTo>
                <a:lnTo>
                  <a:pt x="852126" y="1101823"/>
                </a:lnTo>
                <a:lnTo>
                  <a:pt x="882539" y="1146839"/>
                </a:lnTo>
                <a:lnTo>
                  <a:pt x="880520" y="1180319"/>
                </a:lnTo>
                <a:lnTo>
                  <a:pt x="889378" y="1203922"/>
                </a:lnTo>
                <a:lnTo>
                  <a:pt x="501901" y="1218390"/>
                </a:lnTo>
                <a:lnTo>
                  <a:pt x="102232" y="1221886"/>
                </a:lnTo>
                <a:lnTo>
                  <a:pt x="104051" y="846382"/>
                </a:lnTo>
                <a:lnTo>
                  <a:pt x="94078" y="830170"/>
                </a:lnTo>
                <a:lnTo>
                  <a:pt x="69161" y="821322"/>
                </a:lnTo>
                <a:lnTo>
                  <a:pt x="45368" y="781831"/>
                </a:lnTo>
                <a:lnTo>
                  <a:pt x="48644" y="772763"/>
                </a:lnTo>
                <a:lnTo>
                  <a:pt x="74009" y="754428"/>
                </a:lnTo>
                <a:lnTo>
                  <a:pt x="85677" y="737568"/>
                </a:lnTo>
                <a:lnTo>
                  <a:pt x="90154" y="682685"/>
                </a:lnTo>
                <a:lnTo>
                  <a:pt x="83925" y="631422"/>
                </a:lnTo>
                <a:lnTo>
                  <a:pt x="67037" y="608886"/>
                </a:lnTo>
                <a:lnTo>
                  <a:pt x="55797" y="563147"/>
                </a:lnTo>
                <a:lnTo>
                  <a:pt x="55531" y="531295"/>
                </a:lnTo>
                <a:lnTo>
                  <a:pt x="61874" y="507644"/>
                </a:lnTo>
                <a:lnTo>
                  <a:pt x="51292" y="490566"/>
                </a:lnTo>
                <a:lnTo>
                  <a:pt x="49797" y="368303"/>
                </a:lnTo>
                <a:lnTo>
                  <a:pt x="10239" y="254794"/>
                </a:lnTo>
                <a:lnTo>
                  <a:pt x="14145" y="227038"/>
                </a:lnTo>
                <a:lnTo>
                  <a:pt x="8306" y="172450"/>
                </a:lnTo>
                <a:lnTo>
                  <a:pt x="17802" y="143466"/>
                </a:lnTo>
                <a:lnTo>
                  <a:pt x="0" y="79000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44" name="State - AZ - Arizona"/>
          <p:cNvSpPr/>
          <p:nvPr/>
        </p:nvSpPr>
        <p:spPr>
          <a:xfrm>
            <a:off x="3271714" y="3748002"/>
            <a:ext cx="1123064" cy="1312450"/>
          </a:xfrm>
          <a:custGeom>
            <a:avLst/>
            <a:gdLst/>
            <a:ahLst/>
            <a:cxnLst/>
            <a:rect l="l" t="t" r="r" b="b"/>
            <a:pathLst>
              <a:path w="1123064" h="1312450">
                <a:moveTo>
                  <a:pt x="25308" y="860698"/>
                </a:moveTo>
                <a:lnTo>
                  <a:pt x="29432" y="855802"/>
                </a:lnTo>
                <a:lnTo>
                  <a:pt x="43482" y="862251"/>
                </a:lnTo>
                <a:lnTo>
                  <a:pt x="59807" y="859355"/>
                </a:lnTo>
                <a:lnTo>
                  <a:pt x="60617" y="851745"/>
                </a:lnTo>
                <a:lnTo>
                  <a:pt x="73266" y="843201"/>
                </a:lnTo>
                <a:lnTo>
                  <a:pt x="78410" y="818217"/>
                </a:lnTo>
                <a:lnTo>
                  <a:pt x="73266" y="805110"/>
                </a:lnTo>
                <a:lnTo>
                  <a:pt x="47939" y="798119"/>
                </a:lnTo>
                <a:lnTo>
                  <a:pt x="42701" y="785212"/>
                </a:lnTo>
                <a:lnTo>
                  <a:pt x="55521" y="751351"/>
                </a:lnTo>
                <a:lnTo>
                  <a:pt x="47292" y="740312"/>
                </a:lnTo>
                <a:lnTo>
                  <a:pt x="54969" y="731149"/>
                </a:lnTo>
                <a:lnTo>
                  <a:pt x="52511" y="719414"/>
                </a:lnTo>
                <a:lnTo>
                  <a:pt x="68494" y="718814"/>
                </a:lnTo>
                <a:lnTo>
                  <a:pt x="92488" y="695868"/>
                </a:lnTo>
                <a:lnTo>
                  <a:pt x="96307" y="670350"/>
                </a:lnTo>
                <a:lnTo>
                  <a:pt x="103946" y="664835"/>
                </a:lnTo>
                <a:lnTo>
                  <a:pt x="102584" y="641671"/>
                </a:lnTo>
                <a:lnTo>
                  <a:pt x="109585" y="624049"/>
                </a:lnTo>
                <a:lnTo>
                  <a:pt x="106194" y="616782"/>
                </a:lnTo>
                <a:lnTo>
                  <a:pt x="126121" y="601894"/>
                </a:lnTo>
                <a:lnTo>
                  <a:pt x="133312" y="585121"/>
                </a:lnTo>
                <a:lnTo>
                  <a:pt x="167764" y="574881"/>
                </a:lnTo>
                <a:lnTo>
                  <a:pt x="186928" y="561604"/>
                </a:lnTo>
                <a:lnTo>
                  <a:pt x="183109" y="543135"/>
                </a:lnTo>
                <a:lnTo>
                  <a:pt x="152362" y="513912"/>
                </a:lnTo>
                <a:lnTo>
                  <a:pt x="156239" y="499301"/>
                </a:lnTo>
                <a:lnTo>
                  <a:pt x="148628" y="458924"/>
                </a:lnTo>
                <a:lnTo>
                  <a:pt x="127883" y="419786"/>
                </a:lnTo>
                <a:lnTo>
                  <a:pt x="133883" y="388125"/>
                </a:lnTo>
                <a:lnTo>
                  <a:pt x="141160" y="380962"/>
                </a:lnTo>
                <a:lnTo>
                  <a:pt x="135255" y="372656"/>
                </a:lnTo>
                <a:lnTo>
                  <a:pt x="147657" y="369360"/>
                </a:lnTo>
                <a:lnTo>
                  <a:pt x="151428" y="358378"/>
                </a:lnTo>
                <a:lnTo>
                  <a:pt x="152571" y="322164"/>
                </a:lnTo>
                <a:lnTo>
                  <a:pt x="146047" y="291694"/>
                </a:lnTo>
                <a:lnTo>
                  <a:pt x="155010" y="267538"/>
                </a:lnTo>
                <a:lnTo>
                  <a:pt x="150752" y="257985"/>
                </a:lnTo>
                <a:lnTo>
                  <a:pt x="153381" y="225333"/>
                </a:lnTo>
                <a:lnTo>
                  <a:pt x="163563" y="212655"/>
                </a:lnTo>
                <a:lnTo>
                  <a:pt x="155924" y="196310"/>
                </a:lnTo>
                <a:lnTo>
                  <a:pt x="157820" y="165973"/>
                </a:lnTo>
                <a:lnTo>
                  <a:pt x="180346" y="158648"/>
                </a:lnTo>
                <a:lnTo>
                  <a:pt x="200311" y="160744"/>
                </a:lnTo>
                <a:lnTo>
                  <a:pt x="209950" y="167992"/>
                </a:lnTo>
                <a:lnTo>
                  <a:pt x="217541" y="164897"/>
                </a:lnTo>
                <a:lnTo>
                  <a:pt x="237439" y="196034"/>
                </a:lnTo>
                <a:lnTo>
                  <a:pt x="254870" y="197739"/>
                </a:lnTo>
                <a:lnTo>
                  <a:pt x="262299" y="181280"/>
                </a:lnTo>
                <a:lnTo>
                  <a:pt x="278073" y="166649"/>
                </a:lnTo>
                <a:lnTo>
                  <a:pt x="309467" y="0"/>
                </a:lnTo>
                <a:lnTo>
                  <a:pt x="759247" y="79667"/>
                </a:lnTo>
                <a:lnTo>
                  <a:pt x="1123064" y="134579"/>
                </a:lnTo>
                <a:lnTo>
                  <a:pt x="959510" y="1312450"/>
                </a:lnTo>
                <a:lnTo>
                  <a:pt x="604466" y="1259586"/>
                </a:lnTo>
                <a:lnTo>
                  <a:pt x="0" y="903599"/>
                </a:lnTo>
                <a:lnTo>
                  <a:pt x="5782" y="878510"/>
                </a:lnTo>
                <a:lnTo>
                  <a:pt x="24546" y="861765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45" name="State - MD - Maryland"/>
          <p:cNvSpPr/>
          <p:nvPr/>
        </p:nvSpPr>
        <p:spPr>
          <a:xfrm>
            <a:off x="9147438" y="3117218"/>
            <a:ext cx="747627" cy="375523"/>
          </a:xfrm>
          <a:custGeom>
            <a:avLst/>
            <a:gdLst/>
            <a:ahLst/>
            <a:cxnLst/>
            <a:rect l="l" t="t" r="r" b="b"/>
            <a:pathLst>
              <a:path w="747627" h="375523">
                <a:moveTo>
                  <a:pt x="0" y="112671"/>
                </a:moveTo>
                <a:lnTo>
                  <a:pt x="574500" y="0"/>
                </a:lnTo>
                <a:lnTo>
                  <a:pt x="645500" y="256213"/>
                </a:lnTo>
                <a:lnTo>
                  <a:pt x="747627" y="235601"/>
                </a:lnTo>
                <a:lnTo>
                  <a:pt x="739035" y="321469"/>
                </a:lnTo>
                <a:lnTo>
                  <a:pt x="736444" y="329536"/>
                </a:lnTo>
                <a:lnTo>
                  <a:pt x="677285" y="349606"/>
                </a:lnTo>
                <a:lnTo>
                  <a:pt x="674503" y="360712"/>
                </a:lnTo>
                <a:lnTo>
                  <a:pt x="663978" y="356283"/>
                </a:lnTo>
                <a:lnTo>
                  <a:pt x="652929" y="359540"/>
                </a:lnTo>
                <a:lnTo>
                  <a:pt x="639528" y="375523"/>
                </a:lnTo>
                <a:lnTo>
                  <a:pt x="635984" y="349901"/>
                </a:lnTo>
                <a:lnTo>
                  <a:pt x="644471" y="342786"/>
                </a:lnTo>
                <a:lnTo>
                  <a:pt x="633032" y="341786"/>
                </a:lnTo>
                <a:lnTo>
                  <a:pt x="638832" y="327965"/>
                </a:lnTo>
                <a:lnTo>
                  <a:pt x="626955" y="328860"/>
                </a:lnTo>
                <a:lnTo>
                  <a:pt x="622268" y="335585"/>
                </a:lnTo>
                <a:lnTo>
                  <a:pt x="617734" y="331699"/>
                </a:lnTo>
                <a:lnTo>
                  <a:pt x="618268" y="320850"/>
                </a:lnTo>
                <a:lnTo>
                  <a:pt x="632450" y="312763"/>
                </a:lnTo>
                <a:lnTo>
                  <a:pt x="618887" y="304352"/>
                </a:lnTo>
                <a:lnTo>
                  <a:pt x="623945" y="285093"/>
                </a:lnTo>
                <a:lnTo>
                  <a:pt x="615963" y="288598"/>
                </a:lnTo>
                <a:lnTo>
                  <a:pt x="613915" y="311201"/>
                </a:lnTo>
                <a:lnTo>
                  <a:pt x="601428" y="298037"/>
                </a:lnTo>
                <a:lnTo>
                  <a:pt x="608371" y="289760"/>
                </a:lnTo>
                <a:lnTo>
                  <a:pt x="599980" y="285359"/>
                </a:lnTo>
                <a:lnTo>
                  <a:pt x="595894" y="299266"/>
                </a:lnTo>
                <a:lnTo>
                  <a:pt x="600446" y="316744"/>
                </a:lnTo>
                <a:lnTo>
                  <a:pt x="594408" y="311934"/>
                </a:lnTo>
                <a:lnTo>
                  <a:pt x="583311" y="318097"/>
                </a:lnTo>
                <a:lnTo>
                  <a:pt x="562280" y="303114"/>
                </a:lnTo>
                <a:lnTo>
                  <a:pt x="561870" y="295142"/>
                </a:lnTo>
                <a:lnTo>
                  <a:pt x="542592" y="271272"/>
                </a:lnTo>
                <a:lnTo>
                  <a:pt x="555288" y="261814"/>
                </a:lnTo>
                <a:lnTo>
                  <a:pt x="543582" y="253975"/>
                </a:lnTo>
                <a:lnTo>
                  <a:pt x="546478" y="245250"/>
                </a:lnTo>
                <a:lnTo>
                  <a:pt x="562889" y="237544"/>
                </a:lnTo>
                <a:lnTo>
                  <a:pt x="564880" y="243688"/>
                </a:lnTo>
                <a:lnTo>
                  <a:pt x="588264" y="245574"/>
                </a:lnTo>
                <a:lnTo>
                  <a:pt x="576472" y="235658"/>
                </a:lnTo>
                <a:lnTo>
                  <a:pt x="556317" y="230000"/>
                </a:lnTo>
                <a:lnTo>
                  <a:pt x="547459" y="217970"/>
                </a:lnTo>
                <a:lnTo>
                  <a:pt x="542725" y="223857"/>
                </a:lnTo>
                <a:lnTo>
                  <a:pt x="535515" y="221742"/>
                </a:lnTo>
                <a:lnTo>
                  <a:pt x="534076" y="233972"/>
                </a:lnTo>
                <a:lnTo>
                  <a:pt x="533733" y="201349"/>
                </a:lnTo>
                <a:lnTo>
                  <a:pt x="537239" y="195120"/>
                </a:lnTo>
                <a:lnTo>
                  <a:pt x="547164" y="201492"/>
                </a:lnTo>
                <a:lnTo>
                  <a:pt x="550859" y="196996"/>
                </a:lnTo>
                <a:lnTo>
                  <a:pt x="539515" y="175127"/>
                </a:lnTo>
                <a:lnTo>
                  <a:pt x="524751" y="186090"/>
                </a:lnTo>
                <a:lnTo>
                  <a:pt x="527352" y="194501"/>
                </a:lnTo>
                <a:lnTo>
                  <a:pt x="521494" y="201063"/>
                </a:lnTo>
                <a:lnTo>
                  <a:pt x="519293" y="180099"/>
                </a:lnTo>
                <a:lnTo>
                  <a:pt x="524351" y="157448"/>
                </a:lnTo>
                <a:lnTo>
                  <a:pt x="530647" y="168412"/>
                </a:lnTo>
                <a:lnTo>
                  <a:pt x="540353" y="168926"/>
                </a:lnTo>
                <a:lnTo>
                  <a:pt x="547716" y="161134"/>
                </a:lnTo>
                <a:lnTo>
                  <a:pt x="542506" y="152200"/>
                </a:lnTo>
                <a:lnTo>
                  <a:pt x="546078" y="139865"/>
                </a:lnTo>
                <a:lnTo>
                  <a:pt x="537791" y="144732"/>
                </a:lnTo>
                <a:lnTo>
                  <a:pt x="540591" y="159020"/>
                </a:lnTo>
                <a:lnTo>
                  <a:pt x="536257" y="159477"/>
                </a:lnTo>
                <a:lnTo>
                  <a:pt x="523161" y="130654"/>
                </a:lnTo>
                <a:lnTo>
                  <a:pt x="532219" y="92926"/>
                </a:lnTo>
                <a:lnTo>
                  <a:pt x="539810" y="82687"/>
                </a:lnTo>
                <a:lnTo>
                  <a:pt x="556889" y="80067"/>
                </a:lnTo>
                <a:lnTo>
                  <a:pt x="549707" y="75857"/>
                </a:lnTo>
                <a:lnTo>
                  <a:pt x="557508" y="63351"/>
                </a:lnTo>
                <a:lnTo>
                  <a:pt x="551593" y="62789"/>
                </a:lnTo>
                <a:lnTo>
                  <a:pt x="553536" y="39900"/>
                </a:lnTo>
                <a:lnTo>
                  <a:pt x="534876" y="48339"/>
                </a:lnTo>
                <a:lnTo>
                  <a:pt x="534286" y="59255"/>
                </a:lnTo>
                <a:lnTo>
                  <a:pt x="544239" y="65522"/>
                </a:lnTo>
                <a:lnTo>
                  <a:pt x="522923" y="90449"/>
                </a:lnTo>
                <a:lnTo>
                  <a:pt x="514445" y="71418"/>
                </a:lnTo>
                <a:lnTo>
                  <a:pt x="516236" y="103270"/>
                </a:lnTo>
                <a:lnTo>
                  <a:pt x="509216" y="87163"/>
                </a:lnTo>
                <a:lnTo>
                  <a:pt x="500386" y="86316"/>
                </a:lnTo>
                <a:lnTo>
                  <a:pt x="508159" y="101670"/>
                </a:lnTo>
                <a:lnTo>
                  <a:pt x="501139" y="111538"/>
                </a:lnTo>
                <a:lnTo>
                  <a:pt x="508368" y="114043"/>
                </a:lnTo>
                <a:lnTo>
                  <a:pt x="495595" y="129997"/>
                </a:lnTo>
                <a:lnTo>
                  <a:pt x="470240" y="121110"/>
                </a:lnTo>
                <a:lnTo>
                  <a:pt x="483308" y="136322"/>
                </a:lnTo>
                <a:lnTo>
                  <a:pt x="500491" y="142665"/>
                </a:lnTo>
                <a:lnTo>
                  <a:pt x="502282" y="159248"/>
                </a:lnTo>
                <a:lnTo>
                  <a:pt x="511102" y="166316"/>
                </a:lnTo>
                <a:lnTo>
                  <a:pt x="500186" y="176898"/>
                </a:lnTo>
                <a:lnTo>
                  <a:pt x="505311" y="189919"/>
                </a:lnTo>
                <a:lnTo>
                  <a:pt x="499815" y="190433"/>
                </a:lnTo>
                <a:lnTo>
                  <a:pt x="497767" y="200930"/>
                </a:lnTo>
                <a:lnTo>
                  <a:pt x="502958" y="209655"/>
                </a:lnTo>
                <a:lnTo>
                  <a:pt x="495500" y="221980"/>
                </a:lnTo>
                <a:lnTo>
                  <a:pt x="502577" y="229733"/>
                </a:lnTo>
                <a:lnTo>
                  <a:pt x="515245" y="274330"/>
                </a:lnTo>
                <a:lnTo>
                  <a:pt x="539458" y="295618"/>
                </a:lnTo>
                <a:lnTo>
                  <a:pt x="536781" y="308877"/>
                </a:lnTo>
                <a:lnTo>
                  <a:pt x="528133" y="312696"/>
                </a:lnTo>
                <a:lnTo>
                  <a:pt x="544792" y="312249"/>
                </a:lnTo>
                <a:lnTo>
                  <a:pt x="542677" y="321326"/>
                </a:lnTo>
                <a:lnTo>
                  <a:pt x="560461" y="343586"/>
                </a:lnTo>
                <a:lnTo>
                  <a:pt x="564547" y="364617"/>
                </a:lnTo>
                <a:lnTo>
                  <a:pt x="545792" y="353606"/>
                </a:lnTo>
                <a:lnTo>
                  <a:pt x="540629" y="342910"/>
                </a:lnTo>
                <a:lnTo>
                  <a:pt x="536067" y="345462"/>
                </a:lnTo>
                <a:lnTo>
                  <a:pt x="537658" y="355949"/>
                </a:lnTo>
                <a:lnTo>
                  <a:pt x="514255" y="336918"/>
                </a:lnTo>
                <a:lnTo>
                  <a:pt x="480117" y="338957"/>
                </a:lnTo>
                <a:lnTo>
                  <a:pt x="468821" y="315497"/>
                </a:lnTo>
                <a:lnTo>
                  <a:pt x="464677" y="320431"/>
                </a:lnTo>
                <a:lnTo>
                  <a:pt x="472840" y="336394"/>
                </a:lnTo>
                <a:lnTo>
                  <a:pt x="458019" y="331422"/>
                </a:lnTo>
                <a:lnTo>
                  <a:pt x="436997" y="303066"/>
                </a:lnTo>
                <a:lnTo>
                  <a:pt x="410299" y="326831"/>
                </a:lnTo>
                <a:lnTo>
                  <a:pt x="402555" y="323469"/>
                </a:lnTo>
                <a:lnTo>
                  <a:pt x="394659" y="303809"/>
                </a:lnTo>
                <a:lnTo>
                  <a:pt x="397545" y="288198"/>
                </a:lnTo>
                <a:lnTo>
                  <a:pt x="414557" y="268700"/>
                </a:lnTo>
                <a:lnTo>
                  <a:pt x="409137" y="259709"/>
                </a:lnTo>
                <a:lnTo>
                  <a:pt x="421186" y="248583"/>
                </a:lnTo>
                <a:lnTo>
                  <a:pt x="418929" y="232562"/>
                </a:lnTo>
                <a:lnTo>
                  <a:pt x="435169" y="207435"/>
                </a:lnTo>
                <a:lnTo>
                  <a:pt x="410166" y="190462"/>
                </a:lnTo>
                <a:lnTo>
                  <a:pt x="400326" y="205578"/>
                </a:lnTo>
                <a:lnTo>
                  <a:pt x="377742" y="199053"/>
                </a:lnTo>
                <a:lnTo>
                  <a:pt x="376733" y="190891"/>
                </a:lnTo>
                <a:lnTo>
                  <a:pt x="368446" y="187909"/>
                </a:lnTo>
                <a:lnTo>
                  <a:pt x="340814" y="187252"/>
                </a:lnTo>
                <a:lnTo>
                  <a:pt x="327584" y="174622"/>
                </a:lnTo>
                <a:lnTo>
                  <a:pt x="334766" y="155600"/>
                </a:lnTo>
                <a:lnTo>
                  <a:pt x="314925" y="142846"/>
                </a:lnTo>
                <a:lnTo>
                  <a:pt x="283283" y="142056"/>
                </a:lnTo>
                <a:lnTo>
                  <a:pt x="284845" y="130178"/>
                </a:lnTo>
                <a:lnTo>
                  <a:pt x="273148" y="122968"/>
                </a:lnTo>
                <a:lnTo>
                  <a:pt x="276082" y="109804"/>
                </a:lnTo>
                <a:lnTo>
                  <a:pt x="263309" y="111452"/>
                </a:lnTo>
                <a:lnTo>
                  <a:pt x="265462" y="104699"/>
                </a:lnTo>
                <a:lnTo>
                  <a:pt x="260032" y="108776"/>
                </a:lnTo>
                <a:lnTo>
                  <a:pt x="254460" y="101089"/>
                </a:lnTo>
                <a:lnTo>
                  <a:pt x="262261" y="97355"/>
                </a:lnTo>
                <a:lnTo>
                  <a:pt x="260414" y="89192"/>
                </a:lnTo>
                <a:lnTo>
                  <a:pt x="243678" y="89706"/>
                </a:lnTo>
                <a:lnTo>
                  <a:pt x="244364" y="96850"/>
                </a:lnTo>
                <a:lnTo>
                  <a:pt x="219704" y="83087"/>
                </a:lnTo>
                <a:lnTo>
                  <a:pt x="204006" y="80762"/>
                </a:lnTo>
                <a:lnTo>
                  <a:pt x="193196" y="99222"/>
                </a:lnTo>
                <a:lnTo>
                  <a:pt x="178813" y="97393"/>
                </a:lnTo>
                <a:lnTo>
                  <a:pt x="176479" y="104651"/>
                </a:lnTo>
                <a:lnTo>
                  <a:pt x="167240" y="103241"/>
                </a:lnTo>
                <a:lnTo>
                  <a:pt x="174212" y="110299"/>
                </a:lnTo>
                <a:lnTo>
                  <a:pt x="164411" y="111452"/>
                </a:lnTo>
                <a:lnTo>
                  <a:pt x="171907" y="118272"/>
                </a:lnTo>
                <a:lnTo>
                  <a:pt x="165344" y="126378"/>
                </a:lnTo>
                <a:lnTo>
                  <a:pt x="150019" y="128664"/>
                </a:lnTo>
                <a:lnTo>
                  <a:pt x="117224" y="121301"/>
                </a:lnTo>
                <a:lnTo>
                  <a:pt x="113786" y="117253"/>
                </a:lnTo>
                <a:lnTo>
                  <a:pt x="120120" y="113633"/>
                </a:lnTo>
                <a:lnTo>
                  <a:pt x="112833" y="113452"/>
                </a:lnTo>
                <a:lnTo>
                  <a:pt x="113824" y="107747"/>
                </a:lnTo>
                <a:lnTo>
                  <a:pt x="106670" y="121806"/>
                </a:lnTo>
                <a:lnTo>
                  <a:pt x="109147" y="127159"/>
                </a:lnTo>
                <a:lnTo>
                  <a:pt x="92526" y="147437"/>
                </a:lnTo>
                <a:lnTo>
                  <a:pt x="91792" y="156267"/>
                </a:lnTo>
                <a:lnTo>
                  <a:pt x="76124" y="149800"/>
                </a:lnTo>
                <a:lnTo>
                  <a:pt x="68656" y="153495"/>
                </a:lnTo>
                <a:lnTo>
                  <a:pt x="44663" y="194843"/>
                </a:lnTo>
                <a:lnTo>
                  <a:pt x="38014" y="195891"/>
                </a:lnTo>
                <a:lnTo>
                  <a:pt x="18917" y="219799"/>
                </a:lnTo>
                <a:lnTo>
                  <a:pt x="2105" y="124549"/>
                </a:lnTo>
                <a:close/>
                <a:moveTo>
                  <a:pt x="620363" y="370646"/>
                </a:moveTo>
                <a:lnTo>
                  <a:pt x="611991" y="372408"/>
                </a:lnTo>
                <a:lnTo>
                  <a:pt x="612324" y="353939"/>
                </a:lnTo>
                <a:lnTo>
                  <a:pt x="618287" y="356225"/>
                </a:lnTo>
                <a:lnTo>
                  <a:pt x="620659" y="369046"/>
                </a:lnTo>
                <a:close/>
                <a:moveTo>
                  <a:pt x="596684" y="338776"/>
                </a:moveTo>
                <a:lnTo>
                  <a:pt x="594827" y="324650"/>
                </a:lnTo>
                <a:lnTo>
                  <a:pt x="600666" y="321021"/>
                </a:lnTo>
                <a:lnTo>
                  <a:pt x="613019" y="345615"/>
                </a:lnTo>
                <a:lnTo>
                  <a:pt x="603723" y="343595"/>
                </a:lnTo>
                <a:lnTo>
                  <a:pt x="602085" y="337223"/>
                </a:lnTo>
                <a:lnTo>
                  <a:pt x="597894" y="340814"/>
                </a:lnTo>
                <a:close/>
                <a:moveTo>
                  <a:pt x="521646" y="215436"/>
                </a:moveTo>
                <a:lnTo>
                  <a:pt x="525161" y="213112"/>
                </a:lnTo>
                <a:lnTo>
                  <a:pt x="527352" y="219113"/>
                </a:lnTo>
                <a:lnTo>
                  <a:pt x="522646" y="218551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46" name="State - KS - Kansas"/>
          <p:cNvSpPr/>
          <p:nvPr/>
        </p:nvSpPr>
        <p:spPr>
          <a:xfrm>
            <a:off x="5542540" y="3367583"/>
            <a:ext cx="1222734" cy="660664"/>
          </a:xfrm>
          <a:custGeom>
            <a:avLst/>
            <a:gdLst/>
            <a:ahLst/>
            <a:cxnLst/>
            <a:rect l="l" t="t" r="r" b="b"/>
            <a:pathLst>
              <a:path w="1222734" h="660664">
                <a:moveTo>
                  <a:pt x="38719" y="0"/>
                </a:moveTo>
                <a:lnTo>
                  <a:pt x="566480" y="24527"/>
                </a:lnTo>
                <a:lnTo>
                  <a:pt x="1104395" y="30699"/>
                </a:lnTo>
                <a:lnTo>
                  <a:pt x="1120921" y="43405"/>
                </a:lnTo>
                <a:lnTo>
                  <a:pt x="1121378" y="50740"/>
                </a:lnTo>
                <a:lnTo>
                  <a:pt x="1129655" y="50273"/>
                </a:lnTo>
                <a:lnTo>
                  <a:pt x="1139161" y="59179"/>
                </a:lnTo>
                <a:lnTo>
                  <a:pt x="1147458" y="58598"/>
                </a:lnTo>
                <a:lnTo>
                  <a:pt x="1151277" y="51321"/>
                </a:lnTo>
                <a:lnTo>
                  <a:pt x="1162260" y="51587"/>
                </a:lnTo>
                <a:lnTo>
                  <a:pt x="1163012" y="61293"/>
                </a:lnTo>
                <a:lnTo>
                  <a:pt x="1173223" y="69294"/>
                </a:lnTo>
                <a:lnTo>
                  <a:pt x="1163898" y="77333"/>
                </a:lnTo>
                <a:lnTo>
                  <a:pt x="1174328" y="77781"/>
                </a:lnTo>
                <a:lnTo>
                  <a:pt x="1175461" y="84058"/>
                </a:lnTo>
                <a:lnTo>
                  <a:pt x="1169737" y="88106"/>
                </a:lnTo>
                <a:lnTo>
                  <a:pt x="1159221" y="85068"/>
                </a:lnTo>
                <a:lnTo>
                  <a:pt x="1158392" y="96145"/>
                </a:lnTo>
                <a:lnTo>
                  <a:pt x="1149496" y="100651"/>
                </a:lnTo>
                <a:lnTo>
                  <a:pt x="1146210" y="116634"/>
                </a:lnTo>
                <a:lnTo>
                  <a:pt x="1137656" y="119196"/>
                </a:lnTo>
                <a:lnTo>
                  <a:pt x="1136761" y="126673"/>
                </a:lnTo>
                <a:lnTo>
                  <a:pt x="1163736" y="158525"/>
                </a:lnTo>
                <a:lnTo>
                  <a:pt x="1172832" y="158363"/>
                </a:lnTo>
                <a:lnTo>
                  <a:pt x="1169775" y="174765"/>
                </a:lnTo>
                <a:lnTo>
                  <a:pt x="1181710" y="186338"/>
                </a:lnTo>
                <a:lnTo>
                  <a:pt x="1181786" y="194815"/>
                </a:lnTo>
                <a:lnTo>
                  <a:pt x="1220667" y="210179"/>
                </a:lnTo>
                <a:lnTo>
                  <a:pt x="1222734" y="660664"/>
                </a:lnTo>
                <a:lnTo>
                  <a:pt x="629326" y="658273"/>
                </a:lnTo>
                <a:lnTo>
                  <a:pt x="0" y="631908"/>
                </a:lnTo>
                <a:lnTo>
                  <a:pt x="36700" y="32156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47" name="State - NJ - New Jersey"/>
          <p:cNvSpPr/>
          <p:nvPr/>
        </p:nvSpPr>
        <p:spPr>
          <a:xfrm>
            <a:off x="9761810" y="2744591"/>
            <a:ext cx="220151" cy="505139"/>
          </a:xfrm>
          <a:custGeom>
            <a:avLst/>
            <a:gdLst/>
            <a:ahLst/>
            <a:cxnLst/>
            <a:rect l="l" t="t" r="r" b="b"/>
            <a:pathLst>
              <a:path w="220151" h="505139">
                <a:moveTo>
                  <a:pt x="0" y="383829"/>
                </a:moveTo>
                <a:lnTo>
                  <a:pt x="10154" y="350358"/>
                </a:lnTo>
                <a:lnTo>
                  <a:pt x="22136" y="333756"/>
                </a:lnTo>
                <a:lnTo>
                  <a:pt x="52445" y="317497"/>
                </a:lnTo>
                <a:lnTo>
                  <a:pt x="51778" y="301076"/>
                </a:lnTo>
                <a:lnTo>
                  <a:pt x="87163" y="266719"/>
                </a:lnTo>
                <a:lnTo>
                  <a:pt x="91107" y="256556"/>
                </a:lnTo>
                <a:lnTo>
                  <a:pt x="105366" y="248288"/>
                </a:lnTo>
                <a:lnTo>
                  <a:pt x="63275" y="217313"/>
                </a:lnTo>
                <a:lnTo>
                  <a:pt x="56569" y="206035"/>
                </a:lnTo>
                <a:lnTo>
                  <a:pt x="41300" y="204997"/>
                </a:lnTo>
                <a:lnTo>
                  <a:pt x="34099" y="179880"/>
                </a:lnTo>
                <a:lnTo>
                  <a:pt x="25232" y="175184"/>
                </a:lnTo>
                <a:lnTo>
                  <a:pt x="15411" y="178641"/>
                </a:lnTo>
                <a:lnTo>
                  <a:pt x="10277" y="169050"/>
                </a:lnTo>
                <a:lnTo>
                  <a:pt x="4953" y="141294"/>
                </a:lnTo>
                <a:lnTo>
                  <a:pt x="16593" y="130207"/>
                </a:lnTo>
                <a:lnTo>
                  <a:pt x="15964" y="118291"/>
                </a:lnTo>
                <a:lnTo>
                  <a:pt x="21936" y="113167"/>
                </a:lnTo>
                <a:lnTo>
                  <a:pt x="4067" y="89954"/>
                </a:lnTo>
                <a:lnTo>
                  <a:pt x="24289" y="64608"/>
                </a:lnTo>
                <a:lnTo>
                  <a:pt x="21250" y="60893"/>
                </a:lnTo>
                <a:lnTo>
                  <a:pt x="33090" y="42596"/>
                </a:lnTo>
                <a:lnTo>
                  <a:pt x="39814" y="11020"/>
                </a:lnTo>
                <a:lnTo>
                  <a:pt x="53245" y="0"/>
                </a:lnTo>
                <a:lnTo>
                  <a:pt x="191700" y="45482"/>
                </a:lnTo>
                <a:lnTo>
                  <a:pt x="185747" y="109004"/>
                </a:lnTo>
                <a:lnTo>
                  <a:pt x="178137" y="124006"/>
                </a:lnTo>
                <a:lnTo>
                  <a:pt x="163887" y="128197"/>
                </a:lnTo>
                <a:lnTo>
                  <a:pt x="158687" y="162858"/>
                </a:lnTo>
                <a:lnTo>
                  <a:pt x="171593" y="170698"/>
                </a:lnTo>
                <a:lnTo>
                  <a:pt x="180861" y="164906"/>
                </a:lnTo>
                <a:lnTo>
                  <a:pt x="202892" y="169374"/>
                </a:lnTo>
                <a:lnTo>
                  <a:pt x="197834" y="156134"/>
                </a:lnTo>
                <a:lnTo>
                  <a:pt x="204683" y="160858"/>
                </a:lnTo>
                <a:lnTo>
                  <a:pt x="212712" y="191186"/>
                </a:lnTo>
                <a:lnTo>
                  <a:pt x="220151" y="305257"/>
                </a:lnTo>
                <a:lnTo>
                  <a:pt x="207902" y="353063"/>
                </a:lnTo>
                <a:lnTo>
                  <a:pt x="196844" y="365731"/>
                </a:lnTo>
                <a:lnTo>
                  <a:pt x="199120" y="381638"/>
                </a:lnTo>
                <a:lnTo>
                  <a:pt x="164478" y="430054"/>
                </a:lnTo>
                <a:lnTo>
                  <a:pt x="146695" y="480679"/>
                </a:lnTo>
                <a:lnTo>
                  <a:pt x="148876" y="486385"/>
                </a:lnTo>
                <a:lnTo>
                  <a:pt x="139636" y="501329"/>
                </a:lnTo>
                <a:lnTo>
                  <a:pt x="122806" y="505139"/>
                </a:lnTo>
                <a:lnTo>
                  <a:pt x="125959" y="457324"/>
                </a:lnTo>
                <a:lnTo>
                  <a:pt x="102660" y="455066"/>
                </a:lnTo>
                <a:lnTo>
                  <a:pt x="99593" y="449713"/>
                </a:lnTo>
                <a:lnTo>
                  <a:pt x="83287" y="460181"/>
                </a:lnTo>
                <a:lnTo>
                  <a:pt x="62608" y="441103"/>
                </a:lnTo>
                <a:lnTo>
                  <a:pt x="57293" y="444513"/>
                </a:lnTo>
                <a:lnTo>
                  <a:pt x="23060" y="419891"/>
                </a:lnTo>
                <a:lnTo>
                  <a:pt x="11001" y="417871"/>
                </a:lnTo>
                <a:lnTo>
                  <a:pt x="9411" y="392944"/>
                </a:lnTo>
                <a:lnTo>
                  <a:pt x="552" y="386344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48" name="State - OH - Ohio"/>
          <p:cNvSpPr/>
          <p:nvPr/>
        </p:nvSpPr>
        <p:spPr>
          <a:xfrm>
            <a:off x="8261728" y="2789901"/>
            <a:ext cx="691305" cy="790242"/>
          </a:xfrm>
          <a:custGeom>
            <a:avLst/>
            <a:gdLst/>
            <a:ahLst/>
            <a:cxnLst/>
            <a:rect l="l" t="t" r="r" b="b"/>
            <a:pathLst>
              <a:path w="691305" h="790242">
                <a:moveTo>
                  <a:pt x="0" y="150828"/>
                </a:moveTo>
                <a:lnTo>
                  <a:pt x="206131" y="117215"/>
                </a:lnTo>
                <a:lnTo>
                  <a:pt x="205778" y="124816"/>
                </a:lnTo>
                <a:lnTo>
                  <a:pt x="225971" y="120901"/>
                </a:lnTo>
                <a:lnTo>
                  <a:pt x="291836" y="151838"/>
                </a:lnTo>
                <a:lnTo>
                  <a:pt x="301228" y="146380"/>
                </a:lnTo>
                <a:lnTo>
                  <a:pt x="305086" y="134474"/>
                </a:lnTo>
                <a:lnTo>
                  <a:pt x="313896" y="143189"/>
                </a:lnTo>
                <a:lnTo>
                  <a:pt x="324221" y="141475"/>
                </a:lnTo>
                <a:lnTo>
                  <a:pt x="326003" y="149752"/>
                </a:lnTo>
                <a:lnTo>
                  <a:pt x="343024" y="162887"/>
                </a:lnTo>
                <a:lnTo>
                  <a:pt x="365255" y="169707"/>
                </a:lnTo>
                <a:lnTo>
                  <a:pt x="433130" y="131321"/>
                </a:lnTo>
                <a:lnTo>
                  <a:pt x="454733" y="134931"/>
                </a:lnTo>
                <a:lnTo>
                  <a:pt x="475802" y="130683"/>
                </a:lnTo>
                <a:lnTo>
                  <a:pt x="536153" y="63713"/>
                </a:lnTo>
                <a:lnTo>
                  <a:pt x="645652" y="0"/>
                </a:lnTo>
                <a:lnTo>
                  <a:pt x="691305" y="277368"/>
                </a:lnTo>
                <a:lnTo>
                  <a:pt x="675208" y="284016"/>
                </a:lnTo>
                <a:lnTo>
                  <a:pt x="670160" y="292808"/>
                </a:lnTo>
                <a:lnTo>
                  <a:pt x="685019" y="313220"/>
                </a:lnTo>
                <a:lnTo>
                  <a:pt x="681980" y="331775"/>
                </a:lnTo>
                <a:lnTo>
                  <a:pt x="689677" y="346015"/>
                </a:lnTo>
                <a:lnTo>
                  <a:pt x="676256" y="399736"/>
                </a:lnTo>
                <a:lnTo>
                  <a:pt x="678904" y="433749"/>
                </a:lnTo>
                <a:lnTo>
                  <a:pt x="671046" y="434340"/>
                </a:lnTo>
                <a:lnTo>
                  <a:pt x="675103" y="444303"/>
                </a:lnTo>
                <a:lnTo>
                  <a:pt x="666217" y="467220"/>
                </a:lnTo>
                <a:lnTo>
                  <a:pt x="674075" y="478888"/>
                </a:lnTo>
                <a:lnTo>
                  <a:pt x="669303" y="497748"/>
                </a:lnTo>
                <a:lnTo>
                  <a:pt x="656177" y="506359"/>
                </a:lnTo>
                <a:lnTo>
                  <a:pt x="623992" y="554565"/>
                </a:lnTo>
                <a:lnTo>
                  <a:pt x="600475" y="568004"/>
                </a:lnTo>
                <a:lnTo>
                  <a:pt x="585664" y="555917"/>
                </a:lnTo>
                <a:lnTo>
                  <a:pt x="571919" y="573024"/>
                </a:lnTo>
                <a:lnTo>
                  <a:pt x="572176" y="588112"/>
                </a:lnTo>
                <a:lnTo>
                  <a:pt x="553402" y="591322"/>
                </a:lnTo>
                <a:lnTo>
                  <a:pt x="554193" y="599627"/>
                </a:lnTo>
                <a:lnTo>
                  <a:pt x="545602" y="610591"/>
                </a:lnTo>
                <a:lnTo>
                  <a:pt x="549640" y="628193"/>
                </a:lnTo>
                <a:lnTo>
                  <a:pt x="539591" y="633127"/>
                </a:lnTo>
                <a:lnTo>
                  <a:pt x="549459" y="645252"/>
                </a:lnTo>
                <a:lnTo>
                  <a:pt x="552574" y="664178"/>
                </a:lnTo>
                <a:lnTo>
                  <a:pt x="541630" y="661197"/>
                </a:lnTo>
                <a:lnTo>
                  <a:pt x="532543" y="677723"/>
                </a:lnTo>
                <a:lnTo>
                  <a:pt x="527275" y="674484"/>
                </a:lnTo>
                <a:lnTo>
                  <a:pt x="530847" y="666274"/>
                </a:lnTo>
                <a:lnTo>
                  <a:pt x="523532" y="655015"/>
                </a:lnTo>
                <a:lnTo>
                  <a:pt x="506063" y="649576"/>
                </a:lnTo>
                <a:lnTo>
                  <a:pt x="492957" y="678590"/>
                </a:lnTo>
                <a:lnTo>
                  <a:pt x="494452" y="690620"/>
                </a:lnTo>
                <a:lnTo>
                  <a:pt x="483870" y="703497"/>
                </a:lnTo>
                <a:lnTo>
                  <a:pt x="496510" y="740635"/>
                </a:lnTo>
                <a:lnTo>
                  <a:pt x="479079" y="748446"/>
                </a:lnTo>
                <a:lnTo>
                  <a:pt x="476898" y="777354"/>
                </a:lnTo>
                <a:lnTo>
                  <a:pt x="437988" y="790242"/>
                </a:lnTo>
                <a:lnTo>
                  <a:pt x="415442" y="765391"/>
                </a:lnTo>
                <a:lnTo>
                  <a:pt x="390430" y="758542"/>
                </a:lnTo>
                <a:lnTo>
                  <a:pt x="378476" y="725110"/>
                </a:lnTo>
                <a:lnTo>
                  <a:pt x="356797" y="734549"/>
                </a:lnTo>
                <a:lnTo>
                  <a:pt x="341767" y="757971"/>
                </a:lnTo>
                <a:lnTo>
                  <a:pt x="325279" y="759600"/>
                </a:lnTo>
                <a:lnTo>
                  <a:pt x="318392" y="767182"/>
                </a:lnTo>
                <a:lnTo>
                  <a:pt x="306838" y="756542"/>
                </a:lnTo>
                <a:lnTo>
                  <a:pt x="279216" y="749818"/>
                </a:lnTo>
                <a:lnTo>
                  <a:pt x="262947" y="756971"/>
                </a:lnTo>
                <a:lnTo>
                  <a:pt x="255899" y="768363"/>
                </a:lnTo>
                <a:lnTo>
                  <a:pt x="240859" y="764972"/>
                </a:lnTo>
                <a:lnTo>
                  <a:pt x="221399" y="744750"/>
                </a:lnTo>
                <a:lnTo>
                  <a:pt x="166049" y="742569"/>
                </a:lnTo>
                <a:lnTo>
                  <a:pt x="146218" y="702478"/>
                </a:lnTo>
                <a:lnTo>
                  <a:pt x="125768" y="695125"/>
                </a:lnTo>
                <a:lnTo>
                  <a:pt x="119348" y="681647"/>
                </a:lnTo>
                <a:lnTo>
                  <a:pt x="96279" y="694430"/>
                </a:lnTo>
                <a:lnTo>
                  <a:pt x="72771" y="681523"/>
                </a:lnTo>
                <a:lnTo>
                  <a:pt x="61732" y="691725"/>
                </a:lnTo>
                <a:lnTo>
                  <a:pt x="162" y="152295"/>
                </a:lnTo>
                <a:close/>
                <a:moveTo>
                  <a:pt x="320107" y="128826"/>
                </a:moveTo>
                <a:lnTo>
                  <a:pt x="328432" y="125473"/>
                </a:lnTo>
                <a:lnTo>
                  <a:pt x="327765" y="131369"/>
                </a:lnTo>
                <a:lnTo>
                  <a:pt x="320402" y="129864"/>
                </a:lnTo>
                <a:close/>
                <a:moveTo>
                  <a:pt x="303457" y="114167"/>
                </a:moveTo>
                <a:lnTo>
                  <a:pt x="307248" y="112547"/>
                </a:lnTo>
                <a:lnTo>
                  <a:pt x="305724" y="116767"/>
                </a:lnTo>
                <a:close/>
                <a:moveTo>
                  <a:pt x="301600" y="108042"/>
                </a:moveTo>
                <a:lnTo>
                  <a:pt x="305429" y="108861"/>
                </a:lnTo>
                <a:lnTo>
                  <a:pt x="301657" y="109156"/>
                </a:lnTo>
                <a:close/>
                <a:moveTo>
                  <a:pt x="301762" y="122253"/>
                </a:moveTo>
                <a:lnTo>
                  <a:pt x="308924" y="118815"/>
                </a:lnTo>
                <a:lnTo>
                  <a:pt x="302819" y="126035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49" name="State - IN - Indiana"/>
          <p:cNvSpPr/>
          <p:nvPr/>
        </p:nvSpPr>
        <p:spPr>
          <a:xfrm>
            <a:off x="7822349" y="2927356"/>
            <a:ext cx="512464" cy="884453"/>
          </a:xfrm>
          <a:custGeom>
            <a:avLst/>
            <a:gdLst/>
            <a:ahLst/>
            <a:cxnLst/>
            <a:rect l="l" t="t" r="r" b="b"/>
            <a:pathLst>
              <a:path w="512464" h="884453">
                <a:moveTo>
                  <a:pt x="21793" y="54159"/>
                </a:moveTo>
                <a:lnTo>
                  <a:pt x="29937" y="60789"/>
                </a:lnTo>
                <a:lnTo>
                  <a:pt x="38710" y="56836"/>
                </a:lnTo>
                <a:lnTo>
                  <a:pt x="38500" y="66456"/>
                </a:lnTo>
                <a:lnTo>
                  <a:pt x="61255" y="69247"/>
                </a:lnTo>
                <a:lnTo>
                  <a:pt x="93116" y="57407"/>
                </a:lnTo>
                <a:lnTo>
                  <a:pt x="128206" y="33309"/>
                </a:lnTo>
                <a:lnTo>
                  <a:pt x="437826" y="0"/>
                </a:lnTo>
                <a:lnTo>
                  <a:pt x="501110" y="554269"/>
                </a:lnTo>
                <a:lnTo>
                  <a:pt x="490014" y="565756"/>
                </a:lnTo>
                <a:lnTo>
                  <a:pt x="502701" y="581873"/>
                </a:lnTo>
                <a:lnTo>
                  <a:pt x="496891" y="596370"/>
                </a:lnTo>
                <a:lnTo>
                  <a:pt x="512464" y="601666"/>
                </a:lnTo>
                <a:lnTo>
                  <a:pt x="506330" y="611857"/>
                </a:lnTo>
                <a:lnTo>
                  <a:pt x="509911" y="621211"/>
                </a:lnTo>
                <a:lnTo>
                  <a:pt x="482041" y="625773"/>
                </a:lnTo>
                <a:lnTo>
                  <a:pt x="455047" y="648005"/>
                </a:lnTo>
                <a:lnTo>
                  <a:pt x="437321" y="638785"/>
                </a:lnTo>
                <a:lnTo>
                  <a:pt x="412232" y="644090"/>
                </a:lnTo>
                <a:lnTo>
                  <a:pt x="409508" y="652929"/>
                </a:lnTo>
                <a:lnTo>
                  <a:pt x="418614" y="685257"/>
                </a:lnTo>
                <a:lnTo>
                  <a:pt x="407927" y="699849"/>
                </a:lnTo>
                <a:lnTo>
                  <a:pt x="391125" y="707831"/>
                </a:lnTo>
                <a:lnTo>
                  <a:pt x="382210" y="739245"/>
                </a:lnTo>
                <a:lnTo>
                  <a:pt x="372980" y="746236"/>
                </a:lnTo>
                <a:lnTo>
                  <a:pt x="359159" y="745693"/>
                </a:lnTo>
                <a:lnTo>
                  <a:pt x="348948" y="771239"/>
                </a:lnTo>
                <a:lnTo>
                  <a:pt x="349329" y="800338"/>
                </a:lnTo>
                <a:lnTo>
                  <a:pt x="333184" y="808558"/>
                </a:lnTo>
                <a:lnTo>
                  <a:pt x="332518" y="815673"/>
                </a:lnTo>
                <a:lnTo>
                  <a:pt x="322116" y="806282"/>
                </a:lnTo>
                <a:lnTo>
                  <a:pt x="308610" y="807187"/>
                </a:lnTo>
                <a:lnTo>
                  <a:pt x="294418" y="799890"/>
                </a:lnTo>
                <a:lnTo>
                  <a:pt x="290884" y="782241"/>
                </a:lnTo>
                <a:lnTo>
                  <a:pt x="275292" y="770954"/>
                </a:lnTo>
                <a:lnTo>
                  <a:pt x="273120" y="776973"/>
                </a:lnTo>
                <a:lnTo>
                  <a:pt x="282521" y="782860"/>
                </a:lnTo>
                <a:lnTo>
                  <a:pt x="270615" y="791185"/>
                </a:lnTo>
                <a:lnTo>
                  <a:pt x="260375" y="789280"/>
                </a:lnTo>
                <a:lnTo>
                  <a:pt x="266586" y="797242"/>
                </a:lnTo>
                <a:lnTo>
                  <a:pt x="252613" y="807177"/>
                </a:lnTo>
                <a:lnTo>
                  <a:pt x="257327" y="829456"/>
                </a:lnTo>
                <a:lnTo>
                  <a:pt x="244250" y="832780"/>
                </a:lnTo>
                <a:lnTo>
                  <a:pt x="237830" y="849992"/>
                </a:lnTo>
                <a:lnTo>
                  <a:pt x="233896" y="848906"/>
                </a:lnTo>
                <a:lnTo>
                  <a:pt x="235039" y="836343"/>
                </a:lnTo>
                <a:lnTo>
                  <a:pt x="221666" y="840677"/>
                </a:lnTo>
                <a:lnTo>
                  <a:pt x="205969" y="820112"/>
                </a:lnTo>
                <a:lnTo>
                  <a:pt x="172488" y="842820"/>
                </a:lnTo>
                <a:lnTo>
                  <a:pt x="168897" y="864394"/>
                </a:lnTo>
                <a:lnTo>
                  <a:pt x="162335" y="869994"/>
                </a:lnTo>
                <a:lnTo>
                  <a:pt x="152905" y="858698"/>
                </a:lnTo>
                <a:lnTo>
                  <a:pt x="115729" y="841953"/>
                </a:lnTo>
                <a:lnTo>
                  <a:pt x="104651" y="841515"/>
                </a:lnTo>
                <a:lnTo>
                  <a:pt x="95012" y="849982"/>
                </a:lnTo>
                <a:lnTo>
                  <a:pt x="81020" y="836533"/>
                </a:lnTo>
                <a:lnTo>
                  <a:pt x="75590" y="847430"/>
                </a:lnTo>
                <a:lnTo>
                  <a:pt x="83239" y="858984"/>
                </a:lnTo>
                <a:lnTo>
                  <a:pt x="79543" y="867089"/>
                </a:lnTo>
                <a:lnTo>
                  <a:pt x="69790" y="867994"/>
                </a:lnTo>
                <a:lnTo>
                  <a:pt x="68466" y="853288"/>
                </a:lnTo>
                <a:lnTo>
                  <a:pt x="43815" y="860803"/>
                </a:lnTo>
                <a:lnTo>
                  <a:pt x="31947" y="851049"/>
                </a:lnTo>
                <a:lnTo>
                  <a:pt x="25803" y="860898"/>
                </a:lnTo>
                <a:lnTo>
                  <a:pt x="32947" y="875243"/>
                </a:lnTo>
                <a:lnTo>
                  <a:pt x="25879" y="884453"/>
                </a:lnTo>
                <a:lnTo>
                  <a:pt x="3972" y="878034"/>
                </a:lnTo>
                <a:lnTo>
                  <a:pt x="3562" y="873995"/>
                </a:lnTo>
                <a:lnTo>
                  <a:pt x="12840" y="873023"/>
                </a:lnTo>
                <a:lnTo>
                  <a:pt x="0" y="859231"/>
                </a:lnTo>
                <a:lnTo>
                  <a:pt x="13830" y="859479"/>
                </a:lnTo>
                <a:lnTo>
                  <a:pt x="4220" y="853173"/>
                </a:lnTo>
                <a:lnTo>
                  <a:pt x="12640" y="844448"/>
                </a:lnTo>
                <a:lnTo>
                  <a:pt x="12392" y="831256"/>
                </a:lnTo>
                <a:lnTo>
                  <a:pt x="6687" y="829828"/>
                </a:lnTo>
                <a:lnTo>
                  <a:pt x="18259" y="822741"/>
                </a:lnTo>
                <a:lnTo>
                  <a:pt x="18488" y="815769"/>
                </a:lnTo>
                <a:lnTo>
                  <a:pt x="9715" y="817102"/>
                </a:lnTo>
                <a:lnTo>
                  <a:pt x="23593" y="805586"/>
                </a:lnTo>
                <a:lnTo>
                  <a:pt x="11668" y="783060"/>
                </a:lnTo>
                <a:lnTo>
                  <a:pt x="16364" y="787013"/>
                </a:lnTo>
                <a:lnTo>
                  <a:pt x="19079" y="775106"/>
                </a:lnTo>
                <a:lnTo>
                  <a:pt x="23536" y="774030"/>
                </a:lnTo>
                <a:lnTo>
                  <a:pt x="24146" y="779707"/>
                </a:lnTo>
                <a:lnTo>
                  <a:pt x="29766" y="770001"/>
                </a:lnTo>
                <a:lnTo>
                  <a:pt x="34842" y="776354"/>
                </a:lnTo>
                <a:lnTo>
                  <a:pt x="36586" y="762105"/>
                </a:lnTo>
                <a:lnTo>
                  <a:pt x="47939" y="748008"/>
                </a:lnTo>
                <a:lnTo>
                  <a:pt x="47654" y="734082"/>
                </a:lnTo>
                <a:lnTo>
                  <a:pt x="60322" y="726196"/>
                </a:lnTo>
                <a:lnTo>
                  <a:pt x="63817" y="697944"/>
                </a:lnTo>
                <a:lnTo>
                  <a:pt x="77248" y="687343"/>
                </a:lnTo>
                <a:lnTo>
                  <a:pt x="81724" y="674551"/>
                </a:lnTo>
                <a:lnTo>
                  <a:pt x="70352" y="650091"/>
                </a:lnTo>
                <a:lnTo>
                  <a:pt x="75238" y="630422"/>
                </a:lnTo>
                <a:lnTo>
                  <a:pt x="64027" y="624164"/>
                </a:lnTo>
                <a:lnTo>
                  <a:pt x="63665" y="609733"/>
                </a:lnTo>
                <a:lnTo>
                  <a:pt x="50330" y="592417"/>
                </a:lnTo>
                <a:lnTo>
                  <a:pt x="60350" y="576015"/>
                </a:lnTo>
                <a:lnTo>
                  <a:pt x="53521" y="563137"/>
                </a:lnTo>
                <a:lnTo>
                  <a:pt x="55893" y="552040"/>
                </a:lnTo>
                <a:lnTo>
                  <a:pt x="64760" y="548278"/>
                </a:lnTo>
                <a:lnTo>
                  <a:pt x="21765" y="55350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50" name="State - CT - Connecticut"/>
          <p:cNvSpPr/>
          <p:nvPr/>
        </p:nvSpPr>
        <p:spPr>
          <a:xfrm>
            <a:off x="9963340" y="2502827"/>
            <a:ext cx="285198" cy="281149"/>
          </a:xfrm>
          <a:custGeom>
            <a:avLst/>
            <a:gdLst/>
            <a:ahLst/>
            <a:cxnLst/>
            <a:rect l="l" t="t" r="r" b="b"/>
            <a:pathLst>
              <a:path w="285198" h="281149">
                <a:moveTo>
                  <a:pt x="0" y="57731"/>
                </a:moveTo>
                <a:lnTo>
                  <a:pt x="101184" y="35766"/>
                </a:lnTo>
                <a:lnTo>
                  <a:pt x="102679" y="43805"/>
                </a:lnTo>
                <a:lnTo>
                  <a:pt x="109861" y="40843"/>
                </a:lnTo>
                <a:lnTo>
                  <a:pt x="109804" y="33680"/>
                </a:lnTo>
                <a:lnTo>
                  <a:pt x="252670" y="0"/>
                </a:lnTo>
                <a:lnTo>
                  <a:pt x="276911" y="86211"/>
                </a:lnTo>
                <a:lnTo>
                  <a:pt x="285198" y="123139"/>
                </a:lnTo>
                <a:lnTo>
                  <a:pt x="278902" y="127140"/>
                </a:lnTo>
                <a:lnTo>
                  <a:pt x="284216" y="139055"/>
                </a:lnTo>
                <a:lnTo>
                  <a:pt x="280854" y="145199"/>
                </a:lnTo>
                <a:lnTo>
                  <a:pt x="267148" y="144942"/>
                </a:lnTo>
                <a:lnTo>
                  <a:pt x="244192" y="159248"/>
                </a:lnTo>
                <a:lnTo>
                  <a:pt x="231029" y="157401"/>
                </a:lnTo>
                <a:lnTo>
                  <a:pt x="229391" y="164716"/>
                </a:lnTo>
                <a:lnTo>
                  <a:pt x="181175" y="185804"/>
                </a:lnTo>
                <a:lnTo>
                  <a:pt x="169526" y="184080"/>
                </a:lnTo>
                <a:lnTo>
                  <a:pt x="159220" y="192510"/>
                </a:lnTo>
                <a:lnTo>
                  <a:pt x="149523" y="195748"/>
                </a:lnTo>
                <a:lnTo>
                  <a:pt x="148647" y="190405"/>
                </a:lnTo>
                <a:lnTo>
                  <a:pt x="129254" y="200539"/>
                </a:lnTo>
                <a:lnTo>
                  <a:pt x="123692" y="190157"/>
                </a:lnTo>
                <a:lnTo>
                  <a:pt x="101156" y="227286"/>
                </a:lnTo>
                <a:lnTo>
                  <a:pt x="90278" y="226514"/>
                </a:lnTo>
                <a:lnTo>
                  <a:pt x="79943" y="239678"/>
                </a:lnTo>
                <a:lnTo>
                  <a:pt x="63989" y="246469"/>
                </a:lnTo>
                <a:lnTo>
                  <a:pt x="67628" y="249565"/>
                </a:lnTo>
                <a:lnTo>
                  <a:pt x="63989" y="256365"/>
                </a:lnTo>
                <a:lnTo>
                  <a:pt x="48425" y="262309"/>
                </a:lnTo>
                <a:lnTo>
                  <a:pt x="26660" y="281149"/>
                </a:lnTo>
                <a:lnTo>
                  <a:pt x="10335" y="260109"/>
                </a:lnTo>
                <a:lnTo>
                  <a:pt x="41920" y="228314"/>
                </a:lnTo>
                <a:lnTo>
                  <a:pt x="27537" y="213931"/>
                </a:lnTo>
                <a:lnTo>
                  <a:pt x="2095" y="67913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51" name="State - WI - Wisconsin"/>
          <p:cNvSpPr/>
          <p:nvPr/>
        </p:nvSpPr>
        <p:spPr>
          <a:xfrm>
            <a:off x="6991969" y="1895580"/>
            <a:ext cx="886892" cy="953348"/>
          </a:xfrm>
          <a:custGeom>
            <a:avLst/>
            <a:gdLst/>
            <a:ahLst/>
            <a:cxnLst/>
            <a:rect l="l" t="t" r="r" b="b"/>
            <a:pathLst>
              <a:path w="886892" h="953348">
                <a:moveTo>
                  <a:pt x="116872" y="88040"/>
                </a:moveTo>
                <a:lnTo>
                  <a:pt x="127302" y="93221"/>
                </a:lnTo>
                <a:lnTo>
                  <a:pt x="149076" y="89221"/>
                </a:lnTo>
                <a:lnTo>
                  <a:pt x="208417" y="65856"/>
                </a:lnTo>
                <a:lnTo>
                  <a:pt x="228000" y="50387"/>
                </a:lnTo>
                <a:lnTo>
                  <a:pt x="244612" y="51140"/>
                </a:lnTo>
                <a:lnTo>
                  <a:pt x="264023" y="31852"/>
                </a:lnTo>
                <a:lnTo>
                  <a:pt x="270815" y="34100"/>
                </a:lnTo>
                <a:lnTo>
                  <a:pt x="279873" y="27194"/>
                </a:lnTo>
                <a:lnTo>
                  <a:pt x="295675" y="41758"/>
                </a:lnTo>
                <a:lnTo>
                  <a:pt x="278016" y="70075"/>
                </a:lnTo>
                <a:lnTo>
                  <a:pt x="283188" y="82868"/>
                </a:lnTo>
                <a:lnTo>
                  <a:pt x="275301" y="89602"/>
                </a:lnTo>
                <a:lnTo>
                  <a:pt x="271729" y="105318"/>
                </a:lnTo>
                <a:lnTo>
                  <a:pt x="295818" y="94088"/>
                </a:lnTo>
                <a:lnTo>
                  <a:pt x="300657" y="82896"/>
                </a:lnTo>
                <a:lnTo>
                  <a:pt x="326793" y="102699"/>
                </a:lnTo>
                <a:lnTo>
                  <a:pt x="347120" y="105737"/>
                </a:lnTo>
                <a:lnTo>
                  <a:pt x="351082" y="112462"/>
                </a:lnTo>
                <a:lnTo>
                  <a:pt x="359645" y="107661"/>
                </a:lnTo>
                <a:lnTo>
                  <a:pt x="362579" y="115205"/>
                </a:lnTo>
                <a:lnTo>
                  <a:pt x="377066" y="117786"/>
                </a:lnTo>
                <a:lnTo>
                  <a:pt x="392744" y="150686"/>
                </a:lnTo>
                <a:lnTo>
                  <a:pt x="543744" y="181851"/>
                </a:lnTo>
                <a:lnTo>
                  <a:pt x="585616" y="203283"/>
                </a:lnTo>
                <a:lnTo>
                  <a:pt x="597579" y="201168"/>
                </a:lnTo>
                <a:lnTo>
                  <a:pt x="609886" y="208197"/>
                </a:lnTo>
                <a:lnTo>
                  <a:pt x="629641" y="200206"/>
                </a:lnTo>
                <a:lnTo>
                  <a:pt x="632470" y="205473"/>
                </a:lnTo>
                <a:lnTo>
                  <a:pt x="649548" y="204864"/>
                </a:lnTo>
                <a:lnTo>
                  <a:pt x="689639" y="216789"/>
                </a:lnTo>
                <a:lnTo>
                  <a:pt x="694915" y="226514"/>
                </a:lnTo>
                <a:lnTo>
                  <a:pt x="687753" y="238897"/>
                </a:lnTo>
                <a:lnTo>
                  <a:pt x="725681" y="247583"/>
                </a:lnTo>
                <a:lnTo>
                  <a:pt x="740683" y="261195"/>
                </a:lnTo>
                <a:lnTo>
                  <a:pt x="735073" y="267795"/>
                </a:lnTo>
                <a:lnTo>
                  <a:pt x="742359" y="275930"/>
                </a:lnTo>
                <a:lnTo>
                  <a:pt x="736578" y="287874"/>
                </a:lnTo>
                <a:lnTo>
                  <a:pt x="742445" y="299323"/>
                </a:lnTo>
                <a:lnTo>
                  <a:pt x="731796" y="328593"/>
                </a:lnTo>
                <a:lnTo>
                  <a:pt x="749417" y="330337"/>
                </a:lnTo>
                <a:lnTo>
                  <a:pt x="757866" y="321535"/>
                </a:lnTo>
                <a:lnTo>
                  <a:pt x="763829" y="324355"/>
                </a:lnTo>
                <a:lnTo>
                  <a:pt x="766458" y="330565"/>
                </a:lnTo>
                <a:lnTo>
                  <a:pt x="756590" y="366579"/>
                </a:lnTo>
                <a:lnTo>
                  <a:pt x="779917" y="381914"/>
                </a:lnTo>
                <a:lnTo>
                  <a:pt x="775735" y="404003"/>
                </a:lnTo>
                <a:lnTo>
                  <a:pt x="745874" y="417928"/>
                </a:lnTo>
                <a:lnTo>
                  <a:pt x="747160" y="427930"/>
                </a:lnTo>
                <a:lnTo>
                  <a:pt x="728396" y="463725"/>
                </a:lnTo>
                <a:lnTo>
                  <a:pt x="728101" y="486985"/>
                </a:lnTo>
                <a:lnTo>
                  <a:pt x="722405" y="496414"/>
                </a:lnTo>
                <a:lnTo>
                  <a:pt x="728415" y="501672"/>
                </a:lnTo>
                <a:lnTo>
                  <a:pt x="739683" y="501358"/>
                </a:lnTo>
                <a:lnTo>
                  <a:pt x="747560" y="485508"/>
                </a:lnTo>
                <a:lnTo>
                  <a:pt x="763343" y="475355"/>
                </a:lnTo>
                <a:lnTo>
                  <a:pt x="781183" y="434397"/>
                </a:lnTo>
                <a:lnTo>
                  <a:pt x="805567" y="420834"/>
                </a:lnTo>
                <a:lnTo>
                  <a:pt x="813749" y="425787"/>
                </a:lnTo>
                <a:lnTo>
                  <a:pt x="809920" y="416443"/>
                </a:lnTo>
                <a:lnTo>
                  <a:pt x="827227" y="379343"/>
                </a:lnTo>
                <a:lnTo>
                  <a:pt x="829475" y="361150"/>
                </a:lnTo>
                <a:lnTo>
                  <a:pt x="846287" y="354587"/>
                </a:lnTo>
                <a:lnTo>
                  <a:pt x="846649" y="340757"/>
                </a:lnTo>
                <a:lnTo>
                  <a:pt x="853402" y="332623"/>
                </a:lnTo>
                <a:lnTo>
                  <a:pt x="865089" y="331965"/>
                </a:lnTo>
                <a:lnTo>
                  <a:pt x="865375" y="347596"/>
                </a:lnTo>
                <a:lnTo>
                  <a:pt x="857440" y="349263"/>
                </a:lnTo>
                <a:lnTo>
                  <a:pt x="858774" y="374771"/>
                </a:lnTo>
                <a:lnTo>
                  <a:pt x="843534" y="393849"/>
                </a:lnTo>
                <a:lnTo>
                  <a:pt x="840019" y="421262"/>
                </a:lnTo>
                <a:lnTo>
                  <a:pt x="825551" y="439750"/>
                </a:lnTo>
                <a:lnTo>
                  <a:pt x="807396" y="492090"/>
                </a:lnTo>
                <a:lnTo>
                  <a:pt x="800271" y="541077"/>
                </a:lnTo>
                <a:lnTo>
                  <a:pt x="807472" y="567414"/>
                </a:lnTo>
                <a:lnTo>
                  <a:pt x="789270" y="587512"/>
                </a:lnTo>
                <a:lnTo>
                  <a:pt x="780040" y="635394"/>
                </a:lnTo>
                <a:lnTo>
                  <a:pt x="788546" y="675142"/>
                </a:lnTo>
                <a:lnTo>
                  <a:pt x="777726" y="702240"/>
                </a:lnTo>
                <a:lnTo>
                  <a:pt x="765077" y="769020"/>
                </a:lnTo>
                <a:lnTo>
                  <a:pt x="775040" y="805148"/>
                </a:lnTo>
                <a:lnTo>
                  <a:pt x="771668" y="817759"/>
                </a:lnTo>
                <a:lnTo>
                  <a:pt x="780269" y="828332"/>
                </a:lnTo>
                <a:lnTo>
                  <a:pt x="785860" y="854497"/>
                </a:lnTo>
                <a:lnTo>
                  <a:pt x="795337" y="864279"/>
                </a:lnTo>
                <a:lnTo>
                  <a:pt x="790356" y="900284"/>
                </a:lnTo>
                <a:lnTo>
                  <a:pt x="795509" y="925906"/>
                </a:lnTo>
                <a:lnTo>
                  <a:pt x="362607" y="953348"/>
                </a:lnTo>
                <a:lnTo>
                  <a:pt x="351006" y="927211"/>
                </a:lnTo>
                <a:lnTo>
                  <a:pt x="313954" y="918839"/>
                </a:lnTo>
                <a:lnTo>
                  <a:pt x="297494" y="908656"/>
                </a:lnTo>
                <a:lnTo>
                  <a:pt x="288817" y="878710"/>
                </a:lnTo>
                <a:lnTo>
                  <a:pt x="281730" y="873852"/>
                </a:lnTo>
                <a:lnTo>
                  <a:pt x="274901" y="840753"/>
                </a:lnTo>
                <a:lnTo>
                  <a:pt x="274825" y="826656"/>
                </a:lnTo>
                <a:lnTo>
                  <a:pt x="291227" y="800510"/>
                </a:lnTo>
                <a:lnTo>
                  <a:pt x="266424" y="778612"/>
                </a:lnTo>
                <a:lnTo>
                  <a:pt x="264490" y="747979"/>
                </a:lnTo>
                <a:lnTo>
                  <a:pt x="254489" y="716185"/>
                </a:lnTo>
                <a:lnTo>
                  <a:pt x="257718" y="693391"/>
                </a:lnTo>
                <a:lnTo>
                  <a:pt x="250984" y="678571"/>
                </a:lnTo>
                <a:lnTo>
                  <a:pt x="226543" y="647748"/>
                </a:lnTo>
                <a:lnTo>
                  <a:pt x="203168" y="642280"/>
                </a:lnTo>
                <a:lnTo>
                  <a:pt x="159429" y="608838"/>
                </a:lnTo>
                <a:lnTo>
                  <a:pt x="144847" y="575681"/>
                </a:lnTo>
                <a:lnTo>
                  <a:pt x="104261" y="559937"/>
                </a:lnTo>
                <a:lnTo>
                  <a:pt x="88030" y="537877"/>
                </a:lnTo>
                <a:lnTo>
                  <a:pt x="56693" y="536229"/>
                </a:lnTo>
                <a:lnTo>
                  <a:pt x="16812" y="499196"/>
                </a:lnTo>
                <a:lnTo>
                  <a:pt x="23946" y="460153"/>
                </a:lnTo>
                <a:lnTo>
                  <a:pt x="15364" y="434626"/>
                </a:lnTo>
                <a:lnTo>
                  <a:pt x="24298" y="422929"/>
                </a:lnTo>
                <a:lnTo>
                  <a:pt x="19812" y="387325"/>
                </a:lnTo>
                <a:lnTo>
                  <a:pt x="35309" y="363541"/>
                </a:lnTo>
                <a:lnTo>
                  <a:pt x="35547" y="354540"/>
                </a:lnTo>
                <a:lnTo>
                  <a:pt x="16602" y="329070"/>
                </a:lnTo>
                <a:lnTo>
                  <a:pt x="0" y="327851"/>
                </a:lnTo>
                <a:lnTo>
                  <a:pt x="1143" y="298209"/>
                </a:lnTo>
                <a:lnTo>
                  <a:pt x="13116" y="288093"/>
                </a:lnTo>
                <a:lnTo>
                  <a:pt x="23355" y="260528"/>
                </a:lnTo>
                <a:lnTo>
                  <a:pt x="48882" y="241221"/>
                </a:lnTo>
                <a:lnTo>
                  <a:pt x="57321" y="242878"/>
                </a:lnTo>
                <a:lnTo>
                  <a:pt x="62836" y="232172"/>
                </a:lnTo>
                <a:lnTo>
                  <a:pt x="74019" y="233534"/>
                </a:lnTo>
                <a:lnTo>
                  <a:pt x="81896" y="221009"/>
                </a:lnTo>
                <a:lnTo>
                  <a:pt x="77372" y="98155"/>
                </a:lnTo>
                <a:lnTo>
                  <a:pt x="88944" y="101041"/>
                </a:lnTo>
                <a:lnTo>
                  <a:pt x="93878" y="93259"/>
                </a:lnTo>
                <a:lnTo>
                  <a:pt x="89602" y="89773"/>
                </a:lnTo>
                <a:lnTo>
                  <a:pt x="101841" y="80020"/>
                </a:lnTo>
                <a:lnTo>
                  <a:pt x="115776" y="88878"/>
                </a:lnTo>
                <a:close/>
                <a:moveTo>
                  <a:pt x="867023" y="318935"/>
                </a:moveTo>
                <a:lnTo>
                  <a:pt x="868394" y="304371"/>
                </a:lnTo>
                <a:lnTo>
                  <a:pt x="886892" y="302247"/>
                </a:lnTo>
                <a:lnTo>
                  <a:pt x="876357" y="329946"/>
                </a:lnTo>
                <a:lnTo>
                  <a:pt x="867223" y="320954"/>
                </a:lnTo>
                <a:close/>
                <a:moveTo>
                  <a:pt x="808825" y="356330"/>
                </a:moveTo>
                <a:lnTo>
                  <a:pt x="814616" y="353216"/>
                </a:lnTo>
                <a:lnTo>
                  <a:pt x="816654" y="364398"/>
                </a:lnTo>
                <a:lnTo>
                  <a:pt x="809044" y="360921"/>
                </a:lnTo>
                <a:close/>
                <a:moveTo>
                  <a:pt x="336128" y="12678"/>
                </a:moveTo>
                <a:lnTo>
                  <a:pt x="336623" y="2448"/>
                </a:lnTo>
                <a:lnTo>
                  <a:pt x="343910" y="0"/>
                </a:lnTo>
                <a:lnTo>
                  <a:pt x="343605" y="10478"/>
                </a:lnTo>
                <a:lnTo>
                  <a:pt x="335080" y="15754"/>
                </a:lnTo>
                <a:close/>
                <a:moveTo>
                  <a:pt x="330051" y="41510"/>
                </a:moveTo>
                <a:lnTo>
                  <a:pt x="338719" y="37605"/>
                </a:lnTo>
                <a:lnTo>
                  <a:pt x="330003" y="42215"/>
                </a:lnTo>
                <a:close/>
                <a:moveTo>
                  <a:pt x="320297" y="9239"/>
                </a:moveTo>
                <a:lnTo>
                  <a:pt x="323383" y="16897"/>
                </a:lnTo>
                <a:lnTo>
                  <a:pt x="318697" y="10344"/>
                </a:lnTo>
                <a:close/>
                <a:moveTo>
                  <a:pt x="312087" y="15888"/>
                </a:moveTo>
                <a:lnTo>
                  <a:pt x="316278" y="18136"/>
                </a:lnTo>
                <a:lnTo>
                  <a:pt x="311934" y="18450"/>
                </a:lnTo>
                <a:close/>
                <a:moveTo>
                  <a:pt x="309401" y="33242"/>
                </a:moveTo>
                <a:lnTo>
                  <a:pt x="328974" y="24622"/>
                </a:lnTo>
                <a:lnTo>
                  <a:pt x="323774" y="33433"/>
                </a:lnTo>
                <a:lnTo>
                  <a:pt x="309143" y="34671"/>
                </a:lnTo>
                <a:close/>
                <a:moveTo>
                  <a:pt x="305229" y="25384"/>
                </a:moveTo>
                <a:lnTo>
                  <a:pt x="311239" y="21688"/>
                </a:lnTo>
                <a:lnTo>
                  <a:pt x="305181" y="27575"/>
                </a:lnTo>
                <a:close/>
                <a:moveTo>
                  <a:pt x="301600" y="10916"/>
                </a:moveTo>
                <a:lnTo>
                  <a:pt x="305924" y="9563"/>
                </a:lnTo>
                <a:lnTo>
                  <a:pt x="301952" y="13306"/>
                </a:lnTo>
                <a:close/>
                <a:moveTo>
                  <a:pt x="302685" y="41643"/>
                </a:moveTo>
                <a:lnTo>
                  <a:pt x="307153" y="39881"/>
                </a:lnTo>
                <a:lnTo>
                  <a:pt x="303095" y="42882"/>
                </a:lnTo>
                <a:close/>
                <a:moveTo>
                  <a:pt x="299876" y="19583"/>
                </a:moveTo>
                <a:lnTo>
                  <a:pt x="305581" y="18593"/>
                </a:lnTo>
                <a:lnTo>
                  <a:pt x="300495" y="21622"/>
                </a:lnTo>
                <a:close/>
                <a:moveTo>
                  <a:pt x="296304" y="25889"/>
                </a:moveTo>
                <a:lnTo>
                  <a:pt x="304219" y="34576"/>
                </a:lnTo>
                <a:lnTo>
                  <a:pt x="297361" y="36109"/>
                </a:lnTo>
                <a:lnTo>
                  <a:pt x="292970" y="29642"/>
                </a:lnTo>
                <a:close/>
                <a:moveTo>
                  <a:pt x="294208" y="52959"/>
                </a:moveTo>
                <a:lnTo>
                  <a:pt x="300038" y="44844"/>
                </a:lnTo>
                <a:lnTo>
                  <a:pt x="295180" y="53978"/>
                </a:lnTo>
                <a:close/>
                <a:moveTo>
                  <a:pt x="290684" y="13764"/>
                </a:moveTo>
                <a:lnTo>
                  <a:pt x="295961" y="14430"/>
                </a:lnTo>
                <a:lnTo>
                  <a:pt x="291675" y="17955"/>
                </a:lnTo>
                <a:close/>
                <a:moveTo>
                  <a:pt x="291646" y="62932"/>
                </a:moveTo>
                <a:lnTo>
                  <a:pt x="314268" y="43853"/>
                </a:lnTo>
                <a:lnTo>
                  <a:pt x="321335" y="48111"/>
                </a:lnTo>
                <a:lnTo>
                  <a:pt x="306715" y="56455"/>
                </a:lnTo>
                <a:lnTo>
                  <a:pt x="309943" y="62046"/>
                </a:lnTo>
                <a:lnTo>
                  <a:pt x="292246" y="69847"/>
                </a:lnTo>
                <a:lnTo>
                  <a:pt x="291036" y="64179"/>
                </a:lnTo>
                <a:close/>
                <a:moveTo>
                  <a:pt x="261614" y="23270"/>
                </a:moveTo>
                <a:lnTo>
                  <a:pt x="269615" y="22479"/>
                </a:lnTo>
                <a:lnTo>
                  <a:pt x="269053" y="27270"/>
                </a:lnTo>
                <a:lnTo>
                  <a:pt x="262090" y="25994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52" name="State - FL - Florida"/>
          <p:cNvSpPr/>
          <p:nvPr/>
        </p:nvSpPr>
        <p:spPr>
          <a:xfrm>
            <a:off x="8027222" y="5139652"/>
            <a:ext cx="1504312" cy="1299248"/>
          </a:xfrm>
          <a:custGeom>
            <a:avLst/>
            <a:gdLst/>
            <a:ahLst/>
            <a:cxnLst/>
            <a:rect l="l" t="t" r="r" b="b"/>
            <a:pathLst>
              <a:path w="1504312" h="1299248">
                <a:moveTo>
                  <a:pt x="463696" y="35604"/>
                </a:moveTo>
                <a:lnTo>
                  <a:pt x="478403" y="58760"/>
                </a:lnTo>
                <a:lnTo>
                  <a:pt x="485270" y="85058"/>
                </a:lnTo>
                <a:lnTo>
                  <a:pt x="495119" y="92745"/>
                </a:lnTo>
                <a:lnTo>
                  <a:pt x="968750" y="60398"/>
                </a:lnTo>
                <a:lnTo>
                  <a:pt x="965987" y="67427"/>
                </a:lnTo>
                <a:lnTo>
                  <a:pt x="973645" y="77286"/>
                </a:lnTo>
                <a:lnTo>
                  <a:pt x="973903" y="90030"/>
                </a:lnTo>
                <a:lnTo>
                  <a:pt x="983923" y="102603"/>
                </a:lnTo>
                <a:lnTo>
                  <a:pt x="1006097" y="95145"/>
                </a:lnTo>
                <a:lnTo>
                  <a:pt x="1005983" y="55997"/>
                </a:lnTo>
                <a:lnTo>
                  <a:pt x="995372" y="38138"/>
                </a:lnTo>
                <a:lnTo>
                  <a:pt x="994115" y="22679"/>
                </a:lnTo>
                <a:lnTo>
                  <a:pt x="996029" y="10077"/>
                </a:lnTo>
                <a:lnTo>
                  <a:pt x="1004973" y="10754"/>
                </a:lnTo>
                <a:lnTo>
                  <a:pt x="1007716" y="0"/>
                </a:lnTo>
                <a:lnTo>
                  <a:pt x="1050865" y="11020"/>
                </a:lnTo>
                <a:lnTo>
                  <a:pt x="1092508" y="8582"/>
                </a:lnTo>
                <a:lnTo>
                  <a:pt x="1103986" y="12744"/>
                </a:lnTo>
                <a:lnTo>
                  <a:pt x="1106700" y="53388"/>
                </a:lnTo>
                <a:lnTo>
                  <a:pt x="1113815" y="56855"/>
                </a:lnTo>
                <a:lnTo>
                  <a:pt x="1124950" y="99108"/>
                </a:lnTo>
                <a:lnTo>
                  <a:pt x="1167851" y="205254"/>
                </a:lnTo>
                <a:lnTo>
                  <a:pt x="1236307" y="319116"/>
                </a:lnTo>
                <a:lnTo>
                  <a:pt x="1325566" y="423281"/>
                </a:lnTo>
                <a:lnTo>
                  <a:pt x="1338805" y="447589"/>
                </a:lnTo>
                <a:lnTo>
                  <a:pt x="1329071" y="459419"/>
                </a:lnTo>
                <a:lnTo>
                  <a:pt x="1328109" y="475231"/>
                </a:lnTo>
                <a:lnTo>
                  <a:pt x="1343530" y="523399"/>
                </a:lnTo>
                <a:lnTo>
                  <a:pt x="1388850" y="590712"/>
                </a:lnTo>
                <a:lnTo>
                  <a:pt x="1485881" y="772687"/>
                </a:lnTo>
                <a:lnTo>
                  <a:pt x="1503216" y="984333"/>
                </a:lnTo>
                <a:lnTo>
                  <a:pt x="1501826" y="1006897"/>
                </a:lnTo>
                <a:lnTo>
                  <a:pt x="1497549" y="994343"/>
                </a:lnTo>
                <a:lnTo>
                  <a:pt x="1491148" y="992191"/>
                </a:lnTo>
                <a:lnTo>
                  <a:pt x="1483852" y="997629"/>
                </a:lnTo>
                <a:lnTo>
                  <a:pt x="1476194" y="1022099"/>
                </a:lnTo>
                <a:lnTo>
                  <a:pt x="1472936" y="1046436"/>
                </a:lnTo>
                <a:lnTo>
                  <a:pt x="1482947" y="1068810"/>
                </a:lnTo>
                <a:lnTo>
                  <a:pt x="1472575" y="1084536"/>
                </a:lnTo>
                <a:lnTo>
                  <a:pt x="1475194" y="1090774"/>
                </a:lnTo>
                <a:lnTo>
                  <a:pt x="1488272" y="1081507"/>
                </a:lnTo>
                <a:lnTo>
                  <a:pt x="1500826" y="1040863"/>
                </a:lnTo>
                <a:lnTo>
                  <a:pt x="1504312" y="1043359"/>
                </a:lnTo>
                <a:lnTo>
                  <a:pt x="1481109" y="1117378"/>
                </a:lnTo>
                <a:lnTo>
                  <a:pt x="1433436" y="1178566"/>
                </a:lnTo>
                <a:lnTo>
                  <a:pt x="1458573" y="1143267"/>
                </a:lnTo>
                <a:lnTo>
                  <a:pt x="1463945" y="1112701"/>
                </a:lnTo>
                <a:lnTo>
                  <a:pt x="1448057" y="1108586"/>
                </a:lnTo>
                <a:lnTo>
                  <a:pt x="1422397" y="1119930"/>
                </a:lnTo>
                <a:lnTo>
                  <a:pt x="1416158" y="1127979"/>
                </a:lnTo>
                <a:lnTo>
                  <a:pt x="1407947" y="1130579"/>
                </a:lnTo>
                <a:lnTo>
                  <a:pt x="1394555" y="1124693"/>
                </a:lnTo>
                <a:lnTo>
                  <a:pt x="1378782" y="1132237"/>
                </a:lnTo>
                <a:lnTo>
                  <a:pt x="1379420" y="1136799"/>
                </a:lnTo>
                <a:lnTo>
                  <a:pt x="1346302" y="1146419"/>
                </a:lnTo>
                <a:lnTo>
                  <a:pt x="1334976" y="1140400"/>
                </a:lnTo>
                <a:lnTo>
                  <a:pt x="1325070" y="1123283"/>
                </a:lnTo>
                <a:lnTo>
                  <a:pt x="1331671" y="1099499"/>
                </a:lnTo>
                <a:lnTo>
                  <a:pt x="1288561" y="1036872"/>
                </a:lnTo>
                <a:lnTo>
                  <a:pt x="1277198" y="1038158"/>
                </a:lnTo>
                <a:lnTo>
                  <a:pt x="1268225" y="1021413"/>
                </a:lnTo>
                <a:lnTo>
                  <a:pt x="1221334" y="1004145"/>
                </a:lnTo>
                <a:lnTo>
                  <a:pt x="1213914" y="1005364"/>
                </a:lnTo>
                <a:lnTo>
                  <a:pt x="1209685" y="1015679"/>
                </a:lnTo>
                <a:lnTo>
                  <a:pt x="1180405" y="969797"/>
                </a:lnTo>
                <a:lnTo>
                  <a:pt x="1158954" y="912352"/>
                </a:lnTo>
                <a:lnTo>
                  <a:pt x="1129713" y="894683"/>
                </a:lnTo>
                <a:lnTo>
                  <a:pt x="1127179" y="885692"/>
                </a:lnTo>
                <a:lnTo>
                  <a:pt x="1118464" y="884034"/>
                </a:lnTo>
                <a:lnTo>
                  <a:pt x="1120140" y="894150"/>
                </a:lnTo>
                <a:lnTo>
                  <a:pt x="1111415" y="896817"/>
                </a:lnTo>
                <a:lnTo>
                  <a:pt x="1101138" y="866842"/>
                </a:lnTo>
                <a:lnTo>
                  <a:pt x="1091708" y="858964"/>
                </a:lnTo>
                <a:lnTo>
                  <a:pt x="1098956" y="853459"/>
                </a:lnTo>
                <a:lnTo>
                  <a:pt x="1108615" y="859850"/>
                </a:lnTo>
                <a:lnTo>
                  <a:pt x="1111510" y="830809"/>
                </a:lnTo>
                <a:lnTo>
                  <a:pt x="1108529" y="815731"/>
                </a:lnTo>
                <a:lnTo>
                  <a:pt x="1101347" y="810539"/>
                </a:lnTo>
                <a:lnTo>
                  <a:pt x="1105557" y="800776"/>
                </a:lnTo>
                <a:lnTo>
                  <a:pt x="1097042" y="800471"/>
                </a:lnTo>
                <a:lnTo>
                  <a:pt x="1085821" y="810654"/>
                </a:lnTo>
                <a:lnTo>
                  <a:pt x="1094851" y="835904"/>
                </a:lnTo>
                <a:lnTo>
                  <a:pt x="1077639" y="843067"/>
                </a:lnTo>
                <a:lnTo>
                  <a:pt x="1074430" y="853230"/>
                </a:lnTo>
                <a:lnTo>
                  <a:pt x="1067419" y="831971"/>
                </a:lnTo>
                <a:lnTo>
                  <a:pt x="962339" y="698211"/>
                </a:lnTo>
                <a:lnTo>
                  <a:pt x="971369" y="705498"/>
                </a:lnTo>
                <a:lnTo>
                  <a:pt x="980256" y="698973"/>
                </a:lnTo>
                <a:lnTo>
                  <a:pt x="1004754" y="649500"/>
                </a:lnTo>
                <a:lnTo>
                  <a:pt x="1013231" y="642957"/>
                </a:lnTo>
                <a:lnTo>
                  <a:pt x="1018242" y="627678"/>
                </a:lnTo>
                <a:lnTo>
                  <a:pt x="1015222" y="618668"/>
                </a:lnTo>
                <a:lnTo>
                  <a:pt x="1001506" y="609343"/>
                </a:lnTo>
                <a:lnTo>
                  <a:pt x="997991" y="614248"/>
                </a:lnTo>
                <a:lnTo>
                  <a:pt x="1004211" y="632831"/>
                </a:lnTo>
                <a:lnTo>
                  <a:pt x="988533" y="629650"/>
                </a:lnTo>
                <a:lnTo>
                  <a:pt x="992076" y="623049"/>
                </a:lnTo>
                <a:lnTo>
                  <a:pt x="985066" y="605295"/>
                </a:lnTo>
                <a:lnTo>
                  <a:pt x="958425" y="596389"/>
                </a:lnTo>
                <a:lnTo>
                  <a:pt x="955567" y="615877"/>
                </a:lnTo>
                <a:lnTo>
                  <a:pt x="972226" y="620382"/>
                </a:lnTo>
                <a:lnTo>
                  <a:pt x="983494" y="637022"/>
                </a:lnTo>
                <a:lnTo>
                  <a:pt x="977008" y="661568"/>
                </a:lnTo>
                <a:lnTo>
                  <a:pt x="962863" y="666055"/>
                </a:lnTo>
                <a:lnTo>
                  <a:pt x="968035" y="677323"/>
                </a:lnTo>
                <a:lnTo>
                  <a:pt x="962682" y="682533"/>
                </a:lnTo>
                <a:lnTo>
                  <a:pt x="956701" y="658692"/>
                </a:lnTo>
                <a:lnTo>
                  <a:pt x="934060" y="634232"/>
                </a:lnTo>
                <a:lnTo>
                  <a:pt x="929259" y="588645"/>
                </a:lnTo>
                <a:lnTo>
                  <a:pt x="940403" y="592084"/>
                </a:lnTo>
                <a:lnTo>
                  <a:pt x="933240" y="569585"/>
                </a:lnTo>
                <a:lnTo>
                  <a:pt x="939641" y="558870"/>
                </a:lnTo>
                <a:lnTo>
                  <a:pt x="949719" y="501758"/>
                </a:lnTo>
                <a:lnTo>
                  <a:pt x="942918" y="458381"/>
                </a:lnTo>
                <a:lnTo>
                  <a:pt x="934269" y="454295"/>
                </a:lnTo>
                <a:lnTo>
                  <a:pt x="927287" y="428130"/>
                </a:lnTo>
                <a:lnTo>
                  <a:pt x="933164" y="415652"/>
                </a:lnTo>
                <a:lnTo>
                  <a:pt x="916848" y="398174"/>
                </a:lnTo>
                <a:lnTo>
                  <a:pt x="916067" y="386839"/>
                </a:lnTo>
                <a:lnTo>
                  <a:pt x="905104" y="383743"/>
                </a:lnTo>
                <a:lnTo>
                  <a:pt x="905275" y="368922"/>
                </a:lnTo>
                <a:lnTo>
                  <a:pt x="870595" y="366579"/>
                </a:lnTo>
                <a:lnTo>
                  <a:pt x="860898" y="378381"/>
                </a:lnTo>
                <a:lnTo>
                  <a:pt x="853049" y="353301"/>
                </a:lnTo>
                <a:lnTo>
                  <a:pt x="835438" y="348339"/>
                </a:lnTo>
                <a:lnTo>
                  <a:pt x="823065" y="322669"/>
                </a:lnTo>
                <a:lnTo>
                  <a:pt x="808787" y="320935"/>
                </a:lnTo>
                <a:lnTo>
                  <a:pt x="804720" y="313544"/>
                </a:lnTo>
                <a:lnTo>
                  <a:pt x="787632" y="307096"/>
                </a:lnTo>
                <a:lnTo>
                  <a:pt x="781221" y="276158"/>
                </a:lnTo>
                <a:lnTo>
                  <a:pt x="757333" y="267853"/>
                </a:lnTo>
                <a:lnTo>
                  <a:pt x="726691" y="230772"/>
                </a:lnTo>
                <a:lnTo>
                  <a:pt x="664502" y="201416"/>
                </a:lnTo>
                <a:lnTo>
                  <a:pt x="635289" y="210302"/>
                </a:lnTo>
                <a:lnTo>
                  <a:pt x="618630" y="205578"/>
                </a:lnTo>
                <a:lnTo>
                  <a:pt x="616048" y="215046"/>
                </a:lnTo>
                <a:lnTo>
                  <a:pt x="601466" y="227695"/>
                </a:lnTo>
                <a:lnTo>
                  <a:pt x="607362" y="250460"/>
                </a:lnTo>
                <a:lnTo>
                  <a:pt x="588169" y="246040"/>
                </a:lnTo>
                <a:lnTo>
                  <a:pt x="577691" y="249946"/>
                </a:lnTo>
                <a:lnTo>
                  <a:pt x="515055" y="298190"/>
                </a:lnTo>
                <a:lnTo>
                  <a:pt x="515788" y="287512"/>
                </a:lnTo>
                <a:lnTo>
                  <a:pt x="510607" y="285302"/>
                </a:lnTo>
                <a:lnTo>
                  <a:pt x="496329" y="301943"/>
                </a:lnTo>
                <a:lnTo>
                  <a:pt x="470764" y="305476"/>
                </a:lnTo>
                <a:lnTo>
                  <a:pt x="482756" y="312115"/>
                </a:lnTo>
                <a:lnTo>
                  <a:pt x="484241" y="320745"/>
                </a:lnTo>
                <a:lnTo>
                  <a:pt x="495109" y="323364"/>
                </a:lnTo>
                <a:lnTo>
                  <a:pt x="548811" y="284655"/>
                </a:lnTo>
                <a:lnTo>
                  <a:pt x="535743" y="302085"/>
                </a:lnTo>
                <a:lnTo>
                  <a:pt x="489318" y="329613"/>
                </a:lnTo>
                <a:lnTo>
                  <a:pt x="456105" y="314325"/>
                </a:lnTo>
                <a:lnTo>
                  <a:pt x="429539" y="316687"/>
                </a:lnTo>
                <a:lnTo>
                  <a:pt x="418081" y="293322"/>
                </a:lnTo>
                <a:lnTo>
                  <a:pt x="418462" y="278721"/>
                </a:lnTo>
                <a:lnTo>
                  <a:pt x="427444" y="308343"/>
                </a:lnTo>
                <a:lnTo>
                  <a:pt x="434340" y="314658"/>
                </a:lnTo>
                <a:lnTo>
                  <a:pt x="439903" y="306267"/>
                </a:lnTo>
                <a:lnTo>
                  <a:pt x="438588" y="288750"/>
                </a:lnTo>
                <a:lnTo>
                  <a:pt x="417157" y="264081"/>
                </a:lnTo>
                <a:lnTo>
                  <a:pt x="397745" y="259318"/>
                </a:lnTo>
                <a:lnTo>
                  <a:pt x="381657" y="243459"/>
                </a:lnTo>
                <a:lnTo>
                  <a:pt x="317764" y="212084"/>
                </a:lnTo>
                <a:lnTo>
                  <a:pt x="261890" y="195786"/>
                </a:lnTo>
                <a:lnTo>
                  <a:pt x="227286" y="191614"/>
                </a:lnTo>
                <a:lnTo>
                  <a:pt x="166573" y="195234"/>
                </a:lnTo>
                <a:lnTo>
                  <a:pt x="31604" y="231219"/>
                </a:lnTo>
                <a:lnTo>
                  <a:pt x="40396" y="225857"/>
                </a:lnTo>
                <a:lnTo>
                  <a:pt x="34871" y="223056"/>
                </a:lnTo>
                <a:lnTo>
                  <a:pt x="55655" y="195510"/>
                </a:lnTo>
                <a:lnTo>
                  <a:pt x="44796" y="191233"/>
                </a:lnTo>
                <a:lnTo>
                  <a:pt x="39919" y="182270"/>
                </a:lnTo>
                <a:lnTo>
                  <a:pt x="47339" y="159629"/>
                </a:lnTo>
                <a:lnTo>
                  <a:pt x="44082" y="147361"/>
                </a:lnTo>
                <a:lnTo>
                  <a:pt x="20450" y="135169"/>
                </a:lnTo>
                <a:lnTo>
                  <a:pt x="0" y="111319"/>
                </a:lnTo>
                <a:lnTo>
                  <a:pt x="3962" y="83372"/>
                </a:lnTo>
                <a:lnTo>
                  <a:pt x="459848" y="36052"/>
                </a:lnTo>
                <a:close/>
                <a:moveTo>
                  <a:pt x="1418168" y="1188110"/>
                </a:moveTo>
                <a:lnTo>
                  <a:pt x="1426569" y="1178081"/>
                </a:lnTo>
                <a:lnTo>
                  <a:pt x="1427883" y="1182853"/>
                </a:lnTo>
                <a:lnTo>
                  <a:pt x="1418006" y="1190006"/>
                </a:lnTo>
                <a:close/>
                <a:moveTo>
                  <a:pt x="1399480" y="1201550"/>
                </a:moveTo>
                <a:lnTo>
                  <a:pt x="1411634" y="1194568"/>
                </a:lnTo>
                <a:lnTo>
                  <a:pt x="1399889" y="1203760"/>
                </a:lnTo>
                <a:close/>
                <a:moveTo>
                  <a:pt x="1352950" y="1230278"/>
                </a:moveTo>
                <a:lnTo>
                  <a:pt x="1390326" y="1210208"/>
                </a:lnTo>
                <a:lnTo>
                  <a:pt x="1359865" y="1232840"/>
                </a:lnTo>
                <a:lnTo>
                  <a:pt x="1352302" y="1232840"/>
                </a:lnTo>
                <a:close/>
                <a:moveTo>
                  <a:pt x="1225229" y="1281113"/>
                </a:moveTo>
                <a:lnTo>
                  <a:pt x="1234831" y="1259195"/>
                </a:lnTo>
                <a:lnTo>
                  <a:pt x="1287466" y="1219200"/>
                </a:lnTo>
                <a:lnTo>
                  <a:pt x="1315364" y="1227011"/>
                </a:lnTo>
                <a:lnTo>
                  <a:pt x="1329395" y="1241403"/>
                </a:lnTo>
                <a:lnTo>
                  <a:pt x="1302429" y="1256709"/>
                </a:lnTo>
                <a:lnTo>
                  <a:pt x="1298419" y="1252204"/>
                </a:lnTo>
                <a:lnTo>
                  <a:pt x="1280446" y="1255881"/>
                </a:lnTo>
                <a:lnTo>
                  <a:pt x="1249413" y="1278026"/>
                </a:lnTo>
                <a:lnTo>
                  <a:pt x="1225448" y="1283579"/>
                </a:lnTo>
                <a:close/>
                <a:moveTo>
                  <a:pt x="1188796" y="1290980"/>
                </a:moveTo>
                <a:lnTo>
                  <a:pt x="1211713" y="1283246"/>
                </a:lnTo>
                <a:lnTo>
                  <a:pt x="1205989" y="1290999"/>
                </a:lnTo>
                <a:lnTo>
                  <a:pt x="1188148" y="1292295"/>
                </a:lnTo>
                <a:close/>
                <a:moveTo>
                  <a:pt x="1158240" y="1290647"/>
                </a:moveTo>
                <a:lnTo>
                  <a:pt x="1162755" y="1283027"/>
                </a:lnTo>
                <a:lnTo>
                  <a:pt x="1169641" y="1284551"/>
                </a:lnTo>
                <a:lnTo>
                  <a:pt x="1167717" y="1292219"/>
                </a:lnTo>
                <a:lnTo>
                  <a:pt x="1158430" y="1292952"/>
                </a:lnTo>
                <a:close/>
                <a:moveTo>
                  <a:pt x="1075734" y="860860"/>
                </a:moveTo>
                <a:lnTo>
                  <a:pt x="1079192" y="855783"/>
                </a:lnTo>
                <a:lnTo>
                  <a:pt x="1098471" y="896217"/>
                </a:lnTo>
                <a:lnTo>
                  <a:pt x="1129332" y="902399"/>
                </a:lnTo>
                <a:lnTo>
                  <a:pt x="1117835" y="909390"/>
                </a:lnTo>
                <a:lnTo>
                  <a:pt x="1099728" y="902522"/>
                </a:lnTo>
                <a:lnTo>
                  <a:pt x="1076735" y="863041"/>
                </a:lnTo>
                <a:close/>
                <a:moveTo>
                  <a:pt x="1011364" y="1297419"/>
                </a:moveTo>
                <a:lnTo>
                  <a:pt x="1023899" y="1296743"/>
                </a:lnTo>
                <a:lnTo>
                  <a:pt x="1012355" y="1299248"/>
                </a:lnTo>
                <a:close/>
                <a:moveTo>
                  <a:pt x="552364" y="279159"/>
                </a:moveTo>
                <a:lnTo>
                  <a:pt x="569109" y="269605"/>
                </a:lnTo>
                <a:lnTo>
                  <a:pt x="567595" y="275463"/>
                </a:lnTo>
                <a:lnTo>
                  <a:pt x="551878" y="281092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53" name="State - MI - Michigan"/>
          <p:cNvSpPr/>
          <p:nvPr/>
        </p:nvSpPr>
        <p:spPr>
          <a:xfrm>
            <a:off x="7339089" y="1646091"/>
            <a:ext cx="1249385" cy="1314574"/>
          </a:xfrm>
          <a:custGeom>
            <a:avLst/>
            <a:gdLst/>
            <a:ahLst/>
            <a:cxnLst/>
            <a:rect l="l" t="t" r="r" b="b"/>
            <a:pathLst>
              <a:path w="1249385" h="1314574">
                <a:moveTo>
                  <a:pt x="611467" y="1314574"/>
                </a:moveTo>
                <a:lnTo>
                  <a:pt x="643033" y="1278150"/>
                </a:lnTo>
                <a:lnTo>
                  <a:pt x="656092" y="1234688"/>
                </a:lnTo>
                <a:lnTo>
                  <a:pt x="672903" y="1204331"/>
                </a:lnTo>
                <a:lnTo>
                  <a:pt x="684276" y="1155516"/>
                </a:lnTo>
                <a:lnTo>
                  <a:pt x="685629" y="1104967"/>
                </a:lnTo>
                <a:lnTo>
                  <a:pt x="676894" y="1049236"/>
                </a:lnTo>
                <a:lnTo>
                  <a:pt x="616734" y="922934"/>
                </a:lnTo>
                <a:lnTo>
                  <a:pt x="628621" y="880005"/>
                </a:lnTo>
                <a:lnTo>
                  <a:pt x="611114" y="830885"/>
                </a:lnTo>
                <a:lnTo>
                  <a:pt x="623506" y="814645"/>
                </a:lnTo>
                <a:lnTo>
                  <a:pt x="641490" y="767467"/>
                </a:lnTo>
                <a:lnTo>
                  <a:pt x="643833" y="720738"/>
                </a:lnTo>
                <a:lnTo>
                  <a:pt x="636070" y="695496"/>
                </a:lnTo>
                <a:lnTo>
                  <a:pt x="659397" y="682438"/>
                </a:lnTo>
                <a:lnTo>
                  <a:pt x="659120" y="648014"/>
                </a:lnTo>
                <a:lnTo>
                  <a:pt x="670122" y="648043"/>
                </a:lnTo>
                <a:lnTo>
                  <a:pt x="677532" y="632831"/>
                </a:lnTo>
                <a:lnTo>
                  <a:pt x="687229" y="638042"/>
                </a:lnTo>
                <a:lnTo>
                  <a:pt x="696125" y="634822"/>
                </a:lnTo>
                <a:lnTo>
                  <a:pt x="718366" y="582701"/>
                </a:lnTo>
                <a:lnTo>
                  <a:pt x="729224" y="576596"/>
                </a:lnTo>
                <a:lnTo>
                  <a:pt x="731301" y="583273"/>
                </a:lnTo>
                <a:lnTo>
                  <a:pt x="720347" y="594903"/>
                </a:lnTo>
                <a:lnTo>
                  <a:pt x="729558" y="611515"/>
                </a:lnTo>
                <a:lnTo>
                  <a:pt x="725548" y="610267"/>
                </a:lnTo>
                <a:lnTo>
                  <a:pt x="718718" y="627278"/>
                </a:lnTo>
                <a:lnTo>
                  <a:pt x="724919" y="623059"/>
                </a:lnTo>
                <a:lnTo>
                  <a:pt x="721100" y="653253"/>
                </a:lnTo>
                <a:lnTo>
                  <a:pt x="724471" y="668322"/>
                </a:lnTo>
                <a:lnTo>
                  <a:pt x="730777" y="669655"/>
                </a:lnTo>
                <a:lnTo>
                  <a:pt x="738054" y="646328"/>
                </a:lnTo>
                <a:lnTo>
                  <a:pt x="732920" y="642271"/>
                </a:lnTo>
                <a:lnTo>
                  <a:pt x="743788" y="620954"/>
                </a:lnTo>
                <a:lnTo>
                  <a:pt x="742960" y="649434"/>
                </a:lnTo>
                <a:lnTo>
                  <a:pt x="734244" y="670474"/>
                </a:lnTo>
                <a:lnTo>
                  <a:pt x="741759" y="672160"/>
                </a:lnTo>
                <a:lnTo>
                  <a:pt x="756799" y="632108"/>
                </a:lnTo>
                <a:lnTo>
                  <a:pt x="752427" y="561289"/>
                </a:lnTo>
                <a:lnTo>
                  <a:pt x="775773" y="539801"/>
                </a:lnTo>
                <a:lnTo>
                  <a:pt x="799576" y="536943"/>
                </a:lnTo>
                <a:lnTo>
                  <a:pt x="815807" y="528361"/>
                </a:lnTo>
                <a:lnTo>
                  <a:pt x="814216" y="522503"/>
                </a:lnTo>
                <a:lnTo>
                  <a:pt x="796585" y="521456"/>
                </a:lnTo>
                <a:lnTo>
                  <a:pt x="783317" y="501453"/>
                </a:lnTo>
                <a:lnTo>
                  <a:pt x="787060" y="482184"/>
                </a:lnTo>
                <a:lnTo>
                  <a:pt x="804081" y="463220"/>
                </a:lnTo>
                <a:lnTo>
                  <a:pt x="798366" y="453761"/>
                </a:lnTo>
                <a:lnTo>
                  <a:pt x="823027" y="453476"/>
                </a:lnTo>
                <a:lnTo>
                  <a:pt x="825827" y="444532"/>
                </a:lnTo>
                <a:lnTo>
                  <a:pt x="833647" y="443674"/>
                </a:lnTo>
                <a:lnTo>
                  <a:pt x="875214" y="466868"/>
                </a:lnTo>
                <a:lnTo>
                  <a:pt x="894016" y="462048"/>
                </a:lnTo>
                <a:lnTo>
                  <a:pt x="911295" y="466115"/>
                </a:lnTo>
                <a:lnTo>
                  <a:pt x="932126" y="492357"/>
                </a:lnTo>
                <a:lnTo>
                  <a:pt x="959444" y="491309"/>
                </a:lnTo>
                <a:lnTo>
                  <a:pt x="976112" y="503168"/>
                </a:lnTo>
                <a:lnTo>
                  <a:pt x="1024499" y="512712"/>
                </a:lnTo>
                <a:lnTo>
                  <a:pt x="1041206" y="525094"/>
                </a:lnTo>
                <a:lnTo>
                  <a:pt x="1038215" y="532914"/>
                </a:lnTo>
                <a:lnTo>
                  <a:pt x="1054894" y="551078"/>
                </a:lnTo>
                <a:lnTo>
                  <a:pt x="1057666" y="569338"/>
                </a:lnTo>
                <a:lnTo>
                  <a:pt x="1065409" y="573881"/>
                </a:lnTo>
                <a:lnTo>
                  <a:pt x="1047331" y="565728"/>
                </a:lnTo>
                <a:lnTo>
                  <a:pt x="1039073" y="572310"/>
                </a:lnTo>
                <a:lnTo>
                  <a:pt x="1037701" y="584521"/>
                </a:lnTo>
                <a:lnTo>
                  <a:pt x="1043635" y="596570"/>
                </a:lnTo>
                <a:lnTo>
                  <a:pt x="1061504" y="605199"/>
                </a:lnTo>
                <a:lnTo>
                  <a:pt x="1073029" y="638746"/>
                </a:lnTo>
                <a:lnTo>
                  <a:pt x="1074734" y="717204"/>
                </a:lnTo>
                <a:lnTo>
                  <a:pt x="1062380" y="733768"/>
                </a:lnTo>
                <a:lnTo>
                  <a:pt x="1051770" y="733720"/>
                </a:lnTo>
                <a:lnTo>
                  <a:pt x="1047045" y="740340"/>
                </a:lnTo>
                <a:lnTo>
                  <a:pt x="1045416" y="780907"/>
                </a:lnTo>
                <a:lnTo>
                  <a:pt x="1031834" y="786984"/>
                </a:lnTo>
                <a:lnTo>
                  <a:pt x="1032215" y="796690"/>
                </a:lnTo>
                <a:lnTo>
                  <a:pt x="1007878" y="800557"/>
                </a:lnTo>
                <a:lnTo>
                  <a:pt x="1001268" y="815873"/>
                </a:lnTo>
                <a:lnTo>
                  <a:pt x="998725" y="851497"/>
                </a:lnTo>
                <a:lnTo>
                  <a:pt x="1009545" y="868385"/>
                </a:lnTo>
                <a:lnTo>
                  <a:pt x="1045312" y="879777"/>
                </a:lnTo>
                <a:lnTo>
                  <a:pt x="1061476" y="852221"/>
                </a:lnTo>
                <a:lnTo>
                  <a:pt x="1068210" y="853707"/>
                </a:lnTo>
                <a:lnTo>
                  <a:pt x="1079725" y="820379"/>
                </a:lnTo>
                <a:lnTo>
                  <a:pt x="1088222" y="812302"/>
                </a:lnTo>
                <a:lnTo>
                  <a:pt x="1076373" y="805948"/>
                </a:lnTo>
                <a:lnTo>
                  <a:pt x="1088536" y="804529"/>
                </a:lnTo>
                <a:lnTo>
                  <a:pt x="1095442" y="791804"/>
                </a:lnTo>
                <a:lnTo>
                  <a:pt x="1123531" y="781688"/>
                </a:lnTo>
                <a:lnTo>
                  <a:pt x="1136313" y="766686"/>
                </a:lnTo>
                <a:lnTo>
                  <a:pt x="1143791" y="764724"/>
                </a:lnTo>
                <a:lnTo>
                  <a:pt x="1171032" y="776649"/>
                </a:lnTo>
                <a:lnTo>
                  <a:pt x="1192511" y="808425"/>
                </a:lnTo>
                <a:lnTo>
                  <a:pt x="1226810" y="931621"/>
                </a:lnTo>
                <a:lnTo>
                  <a:pt x="1249385" y="974893"/>
                </a:lnTo>
                <a:lnTo>
                  <a:pt x="1244889" y="1060123"/>
                </a:lnTo>
                <a:lnTo>
                  <a:pt x="1236678" y="1072934"/>
                </a:lnTo>
                <a:lnTo>
                  <a:pt x="1225553" y="1077925"/>
                </a:lnTo>
                <a:lnTo>
                  <a:pt x="1216676" y="1065676"/>
                </a:lnTo>
                <a:lnTo>
                  <a:pt x="1227811" y="1049445"/>
                </a:lnTo>
                <a:lnTo>
                  <a:pt x="1215876" y="1046540"/>
                </a:lnTo>
                <a:lnTo>
                  <a:pt x="1200321" y="1059037"/>
                </a:lnTo>
                <a:lnTo>
                  <a:pt x="1207294" y="1073515"/>
                </a:lnTo>
                <a:lnTo>
                  <a:pt x="1199312" y="1074620"/>
                </a:lnTo>
                <a:lnTo>
                  <a:pt x="1194521" y="1084669"/>
                </a:lnTo>
                <a:lnTo>
                  <a:pt x="1195426" y="1112930"/>
                </a:lnTo>
                <a:lnTo>
                  <a:pt x="1191196" y="1121635"/>
                </a:lnTo>
                <a:lnTo>
                  <a:pt x="1167574" y="1137780"/>
                </a:lnTo>
                <a:lnTo>
                  <a:pt x="1167755" y="1179814"/>
                </a:lnTo>
                <a:lnTo>
                  <a:pt x="1159935" y="1182405"/>
                </a:lnTo>
                <a:lnTo>
                  <a:pt x="1161783" y="1198388"/>
                </a:lnTo>
                <a:lnTo>
                  <a:pt x="1151172" y="1214333"/>
                </a:lnTo>
                <a:lnTo>
                  <a:pt x="1144191" y="1215942"/>
                </a:lnTo>
                <a:lnTo>
                  <a:pt x="1141838" y="1228096"/>
                </a:lnTo>
                <a:lnTo>
                  <a:pt x="1128712" y="1243984"/>
                </a:lnTo>
                <a:lnTo>
                  <a:pt x="1133094" y="1258738"/>
                </a:lnTo>
                <a:lnTo>
                  <a:pt x="1128770" y="1261024"/>
                </a:lnTo>
                <a:lnTo>
                  <a:pt x="922639" y="1294638"/>
                </a:lnTo>
                <a:lnTo>
                  <a:pt x="921087" y="1281265"/>
                </a:lnTo>
                <a:lnTo>
                  <a:pt x="611657" y="1314555"/>
                </a:lnTo>
                <a:close/>
                <a:moveTo>
                  <a:pt x="0" y="355225"/>
                </a:moveTo>
                <a:lnTo>
                  <a:pt x="54483" y="329384"/>
                </a:lnTo>
                <a:lnTo>
                  <a:pt x="86554" y="297361"/>
                </a:lnTo>
                <a:lnTo>
                  <a:pt x="139817" y="288465"/>
                </a:lnTo>
                <a:lnTo>
                  <a:pt x="165516" y="272310"/>
                </a:lnTo>
                <a:lnTo>
                  <a:pt x="178470" y="254822"/>
                </a:lnTo>
                <a:lnTo>
                  <a:pt x="200520" y="251231"/>
                </a:lnTo>
                <a:lnTo>
                  <a:pt x="210903" y="229991"/>
                </a:lnTo>
                <a:lnTo>
                  <a:pt x="253327" y="196510"/>
                </a:lnTo>
                <a:lnTo>
                  <a:pt x="273282" y="168916"/>
                </a:lnTo>
                <a:lnTo>
                  <a:pt x="300380" y="150619"/>
                </a:lnTo>
                <a:lnTo>
                  <a:pt x="358788" y="140589"/>
                </a:lnTo>
                <a:lnTo>
                  <a:pt x="371427" y="146447"/>
                </a:lnTo>
                <a:lnTo>
                  <a:pt x="372618" y="154334"/>
                </a:lnTo>
                <a:lnTo>
                  <a:pt x="338290" y="160230"/>
                </a:lnTo>
                <a:lnTo>
                  <a:pt x="341128" y="170659"/>
                </a:lnTo>
                <a:lnTo>
                  <a:pt x="303209" y="202092"/>
                </a:lnTo>
                <a:lnTo>
                  <a:pt x="303476" y="213284"/>
                </a:lnTo>
                <a:lnTo>
                  <a:pt x="287912" y="229029"/>
                </a:lnTo>
                <a:lnTo>
                  <a:pt x="286350" y="241040"/>
                </a:lnTo>
                <a:lnTo>
                  <a:pt x="276273" y="251612"/>
                </a:lnTo>
                <a:lnTo>
                  <a:pt x="272910" y="281121"/>
                </a:lnTo>
                <a:lnTo>
                  <a:pt x="276701" y="290189"/>
                </a:lnTo>
                <a:lnTo>
                  <a:pt x="272320" y="296828"/>
                </a:lnTo>
                <a:lnTo>
                  <a:pt x="278197" y="295770"/>
                </a:lnTo>
                <a:lnTo>
                  <a:pt x="287464" y="278902"/>
                </a:lnTo>
                <a:lnTo>
                  <a:pt x="285064" y="273406"/>
                </a:lnTo>
                <a:lnTo>
                  <a:pt x="291436" y="274453"/>
                </a:lnTo>
                <a:lnTo>
                  <a:pt x="319097" y="249298"/>
                </a:lnTo>
                <a:lnTo>
                  <a:pt x="301628" y="280635"/>
                </a:lnTo>
                <a:lnTo>
                  <a:pt x="315678" y="262499"/>
                </a:lnTo>
                <a:lnTo>
                  <a:pt x="328698" y="258118"/>
                </a:lnTo>
                <a:lnTo>
                  <a:pt x="366960" y="260966"/>
                </a:lnTo>
                <a:lnTo>
                  <a:pt x="400488" y="280568"/>
                </a:lnTo>
                <a:lnTo>
                  <a:pt x="416166" y="307400"/>
                </a:lnTo>
                <a:lnTo>
                  <a:pt x="434207" y="317116"/>
                </a:lnTo>
                <a:lnTo>
                  <a:pt x="438274" y="334632"/>
                </a:lnTo>
                <a:lnTo>
                  <a:pt x="472802" y="334213"/>
                </a:lnTo>
                <a:lnTo>
                  <a:pt x="489042" y="324602"/>
                </a:lnTo>
                <a:lnTo>
                  <a:pt x="513712" y="342824"/>
                </a:lnTo>
                <a:lnTo>
                  <a:pt x="524494" y="332394"/>
                </a:lnTo>
                <a:lnTo>
                  <a:pt x="535400" y="339766"/>
                </a:lnTo>
                <a:lnTo>
                  <a:pt x="531657" y="318164"/>
                </a:lnTo>
                <a:lnTo>
                  <a:pt x="535762" y="314182"/>
                </a:lnTo>
                <a:lnTo>
                  <a:pt x="543592" y="319116"/>
                </a:lnTo>
                <a:lnTo>
                  <a:pt x="541849" y="329289"/>
                </a:lnTo>
                <a:lnTo>
                  <a:pt x="546992" y="327279"/>
                </a:lnTo>
                <a:lnTo>
                  <a:pt x="550926" y="333080"/>
                </a:lnTo>
                <a:lnTo>
                  <a:pt x="565833" y="313201"/>
                </a:lnTo>
                <a:lnTo>
                  <a:pt x="607276" y="284321"/>
                </a:lnTo>
                <a:lnTo>
                  <a:pt x="616420" y="286474"/>
                </a:lnTo>
                <a:lnTo>
                  <a:pt x="647290" y="275634"/>
                </a:lnTo>
                <a:lnTo>
                  <a:pt x="700154" y="273034"/>
                </a:lnTo>
                <a:lnTo>
                  <a:pt x="734349" y="252994"/>
                </a:lnTo>
                <a:lnTo>
                  <a:pt x="777021" y="244326"/>
                </a:lnTo>
                <a:lnTo>
                  <a:pt x="768334" y="260775"/>
                </a:lnTo>
                <a:lnTo>
                  <a:pt x="772239" y="291894"/>
                </a:lnTo>
                <a:lnTo>
                  <a:pt x="768334" y="296504"/>
                </a:lnTo>
                <a:lnTo>
                  <a:pt x="773735" y="304971"/>
                </a:lnTo>
                <a:lnTo>
                  <a:pt x="786222" y="302219"/>
                </a:lnTo>
                <a:lnTo>
                  <a:pt x="802710" y="309724"/>
                </a:lnTo>
                <a:lnTo>
                  <a:pt x="830066" y="297932"/>
                </a:lnTo>
                <a:lnTo>
                  <a:pt x="838657" y="311829"/>
                </a:lnTo>
                <a:lnTo>
                  <a:pt x="854069" y="305610"/>
                </a:lnTo>
                <a:lnTo>
                  <a:pt x="859746" y="290941"/>
                </a:lnTo>
                <a:lnTo>
                  <a:pt x="880586" y="290103"/>
                </a:lnTo>
                <a:lnTo>
                  <a:pt x="886616" y="280749"/>
                </a:lnTo>
                <a:lnTo>
                  <a:pt x="900579" y="279797"/>
                </a:lnTo>
                <a:lnTo>
                  <a:pt x="901008" y="303114"/>
                </a:lnTo>
                <a:lnTo>
                  <a:pt x="912124" y="335642"/>
                </a:lnTo>
                <a:lnTo>
                  <a:pt x="905894" y="343205"/>
                </a:lnTo>
                <a:lnTo>
                  <a:pt x="895321" y="342881"/>
                </a:lnTo>
                <a:lnTo>
                  <a:pt x="892188" y="355025"/>
                </a:lnTo>
                <a:lnTo>
                  <a:pt x="910199" y="351873"/>
                </a:lnTo>
                <a:lnTo>
                  <a:pt x="925592" y="360112"/>
                </a:lnTo>
                <a:lnTo>
                  <a:pt x="920125" y="369018"/>
                </a:lnTo>
                <a:lnTo>
                  <a:pt x="947176" y="385191"/>
                </a:lnTo>
                <a:lnTo>
                  <a:pt x="954386" y="378647"/>
                </a:lnTo>
                <a:lnTo>
                  <a:pt x="962558" y="383867"/>
                </a:lnTo>
                <a:lnTo>
                  <a:pt x="966092" y="378676"/>
                </a:lnTo>
                <a:lnTo>
                  <a:pt x="956434" y="361017"/>
                </a:lnTo>
                <a:lnTo>
                  <a:pt x="982504" y="358588"/>
                </a:lnTo>
                <a:lnTo>
                  <a:pt x="1008974" y="380181"/>
                </a:lnTo>
                <a:lnTo>
                  <a:pt x="998191" y="396688"/>
                </a:lnTo>
                <a:lnTo>
                  <a:pt x="983523" y="391706"/>
                </a:lnTo>
                <a:lnTo>
                  <a:pt x="967883" y="396545"/>
                </a:lnTo>
                <a:lnTo>
                  <a:pt x="950785" y="391173"/>
                </a:lnTo>
                <a:lnTo>
                  <a:pt x="917419" y="393211"/>
                </a:lnTo>
                <a:lnTo>
                  <a:pt x="880443" y="407603"/>
                </a:lnTo>
                <a:lnTo>
                  <a:pt x="863536" y="397869"/>
                </a:lnTo>
                <a:lnTo>
                  <a:pt x="857040" y="402603"/>
                </a:lnTo>
                <a:lnTo>
                  <a:pt x="853983" y="391782"/>
                </a:lnTo>
                <a:lnTo>
                  <a:pt x="837114" y="387572"/>
                </a:lnTo>
                <a:lnTo>
                  <a:pt x="832542" y="393487"/>
                </a:lnTo>
                <a:lnTo>
                  <a:pt x="834942" y="404422"/>
                </a:lnTo>
                <a:lnTo>
                  <a:pt x="827903" y="411061"/>
                </a:lnTo>
                <a:lnTo>
                  <a:pt x="835619" y="429558"/>
                </a:lnTo>
                <a:lnTo>
                  <a:pt x="829447" y="433969"/>
                </a:lnTo>
                <a:lnTo>
                  <a:pt x="786717" y="402288"/>
                </a:lnTo>
                <a:lnTo>
                  <a:pt x="738473" y="390677"/>
                </a:lnTo>
                <a:lnTo>
                  <a:pt x="714756" y="392420"/>
                </a:lnTo>
                <a:lnTo>
                  <a:pt x="689486" y="423815"/>
                </a:lnTo>
                <a:lnTo>
                  <a:pt x="661073" y="425396"/>
                </a:lnTo>
                <a:lnTo>
                  <a:pt x="659159" y="435607"/>
                </a:lnTo>
                <a:lnTo>
                  <a:pt x="632022" y="428577"/>
                </a:lnTo>
                <a:lnTo>
                  <a:pt x="606114" y="436416"/>
                </a:lnTo>
                <a:lnTo>
                  <a:pt x="600208" y="444551"/>
                </a:lnTo>
                <a:lnTo>
                  <a:pt x="598522" y="467306"/>
                </a:lnTo>
                <a:lnTo>
                  <a:pt x="575910" y="479165"/>
                </a:lnTo>
                <a:lnTo>
                  <a:pt x="573538" y="488604"/>
                </a:lnTo>
                <a:lnTo>
                  <a:pt x="567138" y="488499"/>
                </a:lnTo>
                <a:lnTo>
                  <a:pt x="567118" y="498015"/>
                </a:lnTo>
                <a:lnTo>
                  <a:pt x="561413" y="500082"/>
                </a:lnTo>
                <a:lnTo>
                  <a:pt x="564090" y="510797"/>
                </a:lnTo>
                <a:lnTo>
                  <a:pt x="547964" y="497634"/>
                </a:lnTo>
                <a:lnTo>
                  <a:pt x="555060" y="491728"/>
                </a:lnTo>
                <a:lnTo>
                  <a:pt x="558451" y="474697"/>
                </a:lnTo>
                <a:lnTo>
                  <a:pt x="565423" y="474793"/>
                </a:lnTo>
                <a:lnTo>
                  <a:pt x="568585" y="468220"/>
                </a:lnTo>
                <a:lnTo>
                  <a:pt x="569166" y="450999"/>
                </a:lnTo>
                <a:lnTo>
                  <a:pt x="562947" y="449828"/>
                </a:lnTo>
                <a:lnTo>
                  <a:pt x="555222" y="464172"/>
                </a:lnTo>
                <a:lnTo>
                  <a:pt x="535019" y="460648"/>
                </a:lnTo>
                <a:lnTo>
                  <a:pt x="537277" y="470630"/>
                </a:lnTo>
                <a:lnTo>
                  <a:pt x="529590" y="490014"/>
                </a:lnTo>
                <a:lnTo>
                  <a:pt x="512378" y="502025"/>
                </a:lnTo>
                <a:lnTo>
                  <a:pt x="506158" y="473793"/>
                </a:lnTo>
                <a:lnTo>
                  <a:pt x="499424" y="468868"/>
                </a:lnTo>
                <a:lnTo>
                  <a:pt x="497872" y="495929"/>
                </a:lnTo>
                <a:lnTo>
                  <a:pt x="479365" y="512759"/>
                </a:lnTo>
                <a:lnTo>
                  <a:pt x="464372" y="558279"/>
                </a:lnTo>
                <a:lnTo>
                  <a:pt x="429749" y="619668"/>
                </a:lnTo>
                <a:lnTo>
                  <a:pt x="432006" y="630393"/>
                </a:lnTo>
                <a:lnTo>
                  <a:pt x="422224" y="628555"/>
                </a:lnTo>
                <a:lnTo>
                  <a:pt x="409470" y="616067"/>
                </a:lnTo>
                <a:lnTo>
                  <a:pt x="419338" y="580053"/>
                </a:lnTo>
                <a:lnTo>
                  <a:pt x="416709" y="573843"/>
                </a:lnTo>
                <a:lnTo>
                  <a:pt x="410747" y="571024"/>
                </a:lnTo>
                <a:lnTo>
                  <a:pt x="402298" y="579825"/>
                </a:lnTo>
                <a:lnTo>
                  <a:pt x="384677" y="578082"/>
                </a:lnTo>
                <a:lnTo>
                  <a:pt x="395326" y="548811"/>
                </a:lnTo>
                <a:lnTo>
                  <a:pt x="389458" y="537362"/>
                </a:lnTo>
                <a:lnTo>
                  <a:pt x="395240" y="525418"/>
                </a:lnTo>
                <a:lnTo>
                  <a:pt x="387953" y="517284"/>
                </a:lnTo>
                <a:lnTo>
                  <a:pt x="393563" y="510683"/>
                </a:lnTo>
                <a:lnTo>
                  <a:pt x="378562" y="497072"/>
                </a:lnTo>
                <a:lnTo>
                  <a:pt x="340633" y="488385"/>
                </a:lnTo>
                <a:lnTo>
                  <a:pt x="347796" y="476002"/>
                </a:lnTo>
                <a:lnTo>
                  <a:pt x="342519" y="466277"/>
                </a:lnTo>
                <a:lnTo>
                  <a:pt x="302428" y="454352"/>
                </a:lnTo>
                <a:lnTo>
                  <a:pt x="285350" y="454962"/>
                </a:lnTo>
                <a:lnTo>
                  <a:pt x="282521" y="449694"/>
                </a:lnTo>
                <a:lnTo>
                  <a:pt x="262766" y="457686"/>
                </a:lnTo>
                <a:lnTo>
                  <a:pt x="250460" y="450656"/>
                </a:lnTo>
                <a:lnTo>
                  <a:pt x="238496" y="452771"/>
                </a:lnTo>
                <a:lnTo>
                  <a:pt x="196625" y="431340"/>
                </a:lnTo>
                <a:lnTo>
                  <a:pt x="45625" y="400174"/>
                </a:lnTo>
                <a:lnTo>
                  <a:pt x="29947" y="367274"/>
                </a:lnTo>
                <a:lnTo>
                  <a:pt x="15459" y="364693"/>
                </a:lnTo>
                <a:lnTo>
                  <a:pt x="12525" y="357149"/>
                </a:lnTo>
                <a:lnTo>
                  <a:pt x="3962" y="361950"/>
                </a:lnTo>
                <a:lnTo>
                  <a:pt x="457" y="355892"/>
                </a:lnTo>
                <a:close/>
                <a:moveTo>
                  <a:pt x="928802" y="366055"/>
                </a:moveTo>
                <a:lnTo>
                  <a:pt x="934945" y="372837"/>
                </a:lnTo>
                <a:lnTo>
                  <a:pt x="928745" y="369008"/>
                </a:lnTo>
                <a:close/>
                <a:moveTo>
                  <a:pt x="851059" y="431644"/>
                </a:moveTo>
                <a:lnTo>
                  <a:pt x="879205" y="435512"/>
                </a:lnTo>
                <a:lnTo>
                  <a:pt x="887454" y="440303"/>
                </a:lnTo>
                <a:lnTo>
                  <a:pt x="885768" y="445980"/>
                </a:lnTo>
                <a:lnTo>
                  <a:pt x="881510" y="451409"/>
                </a:lnTo>
                <a:lnTo>
                  <a:pt x="869994" y="451075"/>
                </a:lnTo>
                <a:lnTo>
                  <a:pt x="849192" y="433073"/>
                </a:lnTo>
                <a:close/>
                <a:moveTo>
                  <a:pt x="841353" y="402631"/>
                </a:moveTo>
                <a:lnTo>
                  <a:pt x="845877" y="404765"/>
                </a:lnTo>
                <a:lnTo>
                  <a:pt x="841800" y="406756"/>
                </a:lnTo>
                <a:close/>
                <a:moveTo>
                  <a:pt x="842562" y="426691"/>
                </a:moveTo>
                <a:lnTo>
                  <a:pt x="843382" y="421843"/>
                </a:lnTo>
                <a:lnTo>
                  <a:pt x="849830" y="428158"/>
                </a:lnTo>
                <a:lnTo>
                  <a:pt x="842734" y="427425"/>
                </a:lnTo>
                <a:close/>
                <a:moveTo>
                  <a:pt x="739035" y="449189"/>
                </a:moveTo>
                <a:lnTo>
                  <a:pt x="742483" y="456381"/>
                </a:lnTo>
                <a:lnTo>
                  <a:pt x="737359" y="456562"/>
                </a:lnTo>
                <a:close/>
                <a:moveTo>
                  <a:pt x="717366" y="448046"/>
                </a:moveTo>
                <a:lnTo>
                  <a:pt x="729320" y="457895"/>
                </a:lnTo>
                <a:lnTo>
                  <a:pt x="717004" y="454714"/>
                </a:lnTo>
                <a:close/>
                <a:moveTo>
                  <a:pt x="707374" y="497662"/>
                </a:moveTo>
                <a:lnTo>
                  <a:pt x="712889" y="463115"/>
                </a:lnTo>
                <a:lnTo>
                  <a:pt x="722443" y="463267"/>
                </a:lnTo>
                <a:lnTo>
                  <a:pt x="727205" y="493071"/>
                </a:lnTo>
                <a:lnTo>
                  <a:pt x="720785" y="501034"/>
                </a:lnTo>
                <a:lnTo>
                  <a:pt x="708708" y="500062"/>
                </a:lnTo>
                <a:close/>
                <a:moveTo>
                  <a:pt x="693858" y="470240"/>
                </a:moveTo>
                <a:lnTo>
                  <a:pt x="700926" y="468001"/>
                </a:lnTo>
                <a:lnTo>
                  <a:pt x="695449" y="478212"/>
                </a:lnTo>
                <a:close/>
                <a:moveTo>
                  <a:pt x="674122" y="533667"/>
                </a:moveTo>
                <a:lnTo>
                  <a:pt x="681457" y="536057"/>
                </a:lnTo>
                <a:lnTo>
                  <a:pt x="682771" y="546430"/>
                </a:lnTo>
                <a:lnTo>
                  <a:pt x="676008" y="538077"/>
                </a:lnTo>
                <a:close/>
                <a:moveTo>
                  <a:pt x="654272" y="599323"/>
                </a:moveTo>
                <a:lnTo>
                  <a:pt x="665074" y="595922"/>
                </a:lnTo>
                <a:lnTo>
                  <a:pt x="668836" y="614067"/>
                </a:lnTo>
                <a:lnTo>
                  <a:pt x="655720" y="606647"/>
                </a:lnTo>
                <a:close/>
                <a:moveTo>
                  <a:pt x="643680" y="627631"/>
                </a:moveTo>
                <a:lnTo>
                  <a:pt x="645700" y="620611"/>
                </a:lnTo>
                <a:lnTo>
                  <a:pt x="653463" y="620287"/>
                </a:lnTo>
                <a:lnTo>
                  <a:pt x="652977" y="627231"/>
                </a:lnTo>
                <a:lnTo>
                  <a:pt x="644128" y="629298"/>
                </a:lnTo>
                <a:close/>
                <a:moveTo>
                  <a:pt x="552926" y="509740"/>
                </a:moveTo>
                <a:lnTo>
                  <a:pt x="563423" y="517817"/>
                </a:lnTo>
                <a:lnTo>
                  <a:pt x="562518" y="524504"/>
                </a:lnTo>
                <a:lnTo>
                  <a:pt x="550164" y="511302"/>
                </a:lnTo>
                <a:close/>
                <a:moveTo>
                  <a:pt x="541325" y="532333"/>
                </a:moveTo>
                <a:lnTo>
                  <a:pt x="545468" y="540429"/>
                </a:lnTo>
                <a:lnTo>
                  <a:pt x="541049" y="535019"/>
                </a:lnTo>
                <a:close/>
                <a:moveTo>
                  <a:pt x="380848" y="150533"/>
                </a:moveTo>
                <a:lnTo>
                  <a:pt x="390144" y="149266"/>
                </a:lnTo>
                <a:lnTo>
                  <a:pt x="382829" y="151552"/>
                </a:lnTo>
                <a:close/>
                <a:moveTo>
                  <a:pt x="147485" y="73657"/>
                </a:moveTo>
                <a:lnTo>
                  <a:pt x="157296" y="60750"/>
                </a:lnTo>
                <a:lnTo>
                  <a:pt x="210236" y="30318"/>
                </a:lnTo>
                <a:lnTo>
                  <a:pt x="227314" y="13221"/>
                </a:lnTo>
                <a:lnTo>
                  <a:pt x="259223" y="0"/>
                </a:lnTo>
                <a:lnTo>
                  <a:pt x="227505" y="39681"/>
                </a:lnTo>
                <a:lnTo>
                  <a:pt x="182404" y="64408"/>
                </a:lnTo>
                <a:lnTo>
                  <a:pt x="195501" y="66999"/>
                </a:lnTo>
                <a:lnTo>
                  <a:pt x="161954" y="83420"/>
                </a:lnTo>
                <a:lnTo>
                  <a:pt x="148171" y="74800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54" name="State - AK - Alaska"/>
          <p:cNvSpPr/>
          <p:nvPr/>
        </p:nvSpPr>
        <p:spPr>
          <a:xfrm>
            <a:off x="1435617" y="5136890"/>
            <a:ext cx="2392709" cy="1281246"/>
          </a:xfrm>
          <a:custGeom>
            <a:avLst/>
            <a:gdLst/>
            <a:ahLst/>
            <a:cxnLst/>
            <a:rect l="l" t="t" r="r" b="b"/>
            <a:pathLst>
              <a:path w="2392709" h="1281246">
                <a:moveTo>
                  <a:pt x="676742" y="1271111"/>
                </a:moveTo>
                <a:lnTo>
                  <a:pt x="689734" y="1268844"/>
                </a:lnTo>
                <a:lnTo>
                  <a:pt x="675608" y="1273959"/>
                </a:lnTo>
                <a:close/>
                <a:moveTo>
                  <a:pt x="654139" y="1273169"/>
                </a:moveTo>
                <a:lnTo>
                  <a:pt x="659311" y="1274207"/>
                </a:lnTo>
                <a:lnTo>
                  <a:pt x="653739" y="1274607"/>
                </a:lnTo>
                <a:close/>
                <a:moveTo>
                  <a:pt x="845725" y="488604"/>
                </a:moveTo>
                <a:lnTo>
                  <a:pt x="853488" y="472783"/>
                </a:lnTo>
                <a:lnTo>
                  <a:pt x="855478" y="481260"/>
                </a:lnTo>
                <a:lnTo>
                  <a:pt x="873985" y="494490"/>
                </a:lnTo>
                <a:lnTo>
                  <a:pt x="895207" y="490566"/>
                </a:lnTo>
                <a:lnTo>
                  <a:pt x="901932" y="508702"/>
                </a:lnTo>
                <a:lnTo>
                  <a:pt x="940899" y="531314"/>
                </a:lnTo>
                <a:lnTo>
                  <a:pt x="932936" y="540715"/>
                </a:lnTo>
                <a:lnTo>
                  <a:pt x="916467" y="536572"/>
                </a:lnTo>
                <a:lnTo>
                  <a:pt x="904427" y="549773"/>
                </a:lnTo>
                <a:lnTo>
                  <a:pt x="882396" y="512893"/>
                </a:lnTo>
                <a:lnTo>
                  <a:pt x="866556" y="503625"/>
                </a:lnTo>
                <a:lnTo>
                  <a:pt x="852907" y="508797"/>
                </a:lnTo>
                <a:lnTo>
                  <a:pt x="844210" y="492938"/>
                </a:lnTo>
                <a:close/>
                <a:moveTo>
                  <a:pt x="594074" y="1271187"/>
                </a:moveTo>
                <a:lnTo>
                  <a:pt x="603323" y="1266835"/>
                </a:lnTo>
                <a:lnTo>
                  <a:pt x="608619" y="1272045"/>
                </a:lnTo>
                <a:lnTo>
                  <a:pt x="592865" y="1273302"/>
                </a:lnTo>
                <a:close/>
                <a:moveTo>
                  <a:pt x="744531" y="691363"/>
                </a:moveTo>
                <a:lnTo>
                  <a:pt x="751808" y="685752"/>
                </a:lnTo>
                <a:lnTo>
                  <a:pt x="753666" y="698240"/>
                </a:lnTo>
                <a:lnTo>
                  <a:pt x="769782" y="713175"/>
                </a:lnTo>
                <a:lnTo>
                  <a:pt x="756561" y="708822"/>
                </a:lnTo>
                <a:lnTo>
                  <a:pt x="744674" y="691896"/>
                </a:lnTo>
                <a:close/>
                <a:moveTo>
                  <a:pt x="747674" y="677304"/>
                </a:moveTo>
                <a:lnTo>
                  <a:pt x="747655" y="683114"/>
                </a:lnTo>
                <a:lnTo>
                  <a:pt x="746008" y="679856"/>
                </a:lnTo>
                <a:close/>
                <a:moveTo>
                  <a:pt x="529228" y="1264320"/>
                </a:moveTo>
                <a:lnTo>
                  <a:pt x="575329" y="1281246"/>
                </a:lnTo>
                <a:lnTo>
                  <a:pt x="549983" y="1278865"/>
                </a:lnTo>
                <a:lnTo>
                  <a:pt x="529009" y="1264444"/>
                </a:lnTo>
                <a:close/>
                <a:moveTo>
                  <a:pt x="472088" y="1253995"/>
                </a:moveTo>
                <a:lnTo>
                  <a:pt x="514293" y="1256852"/>
                </a:lnTo>
                <a:lnTo>
                  <a:pt x="513217" y="1253185"/>
                </a:lnTo>
                <a:lnTo>
                  <a:pt x="523408" y="1251756"/>
                </a:lnTo>
                <a:lnTo>
                  <a:pt x="515950" y="1245956"/>
                </a:lnTo>
                <a:lnTo>
                  <a:pt x="529542" y="1242755"/>
                </a:lnTo>
                <a:lnTo>
                  <a:pt x="535905" y="1251776"/>
                </a:lnTo>
                <a:lnTo>
                  <a:pt x="524666" y="1256328"/>
                </a:lnTo>
                <a:lnTo>
                  <a:pt x="526933" y="1265558"/>
                </a:lnTo>
                <a:lnTo>
                  <a:pt x="516579" y="1261701"/>
                </a:lnTo>
                <a:lnTo>
                  <a:pt x="511207" y="1266615"/>
                </a:lnTo>
                <a:lnTo>
                  <a:pt x="471335" y="1254166"/>
                </a:lnTo>
                <a:close/>
                <a:moveTo>
                  <a:pt x="463239" y="1254452"/>
                </a:moveTo>
                <a:lnTo>
                  <a:pt x="466915" y="1255081"/>
                </a:lnTo>
                <a:lnTo>
                  <a:pt x="463153" y="1255490"/>
                </a:lnTo>
                <a:close/>
                <a:moveTo>
                  <a:pt x="452933" y="1252185"/>
                </a:moveTo>
                <a:lnTo>
                  <a:pt x="459581" y="1255738"/>
                </a:lnTo>
                <a:lnTo>
                  <a:pt x="452342" y="1253500"/>
                </a:lnTo>
                <a:close/>
                <a:moveTo>
                  <a:pt x="444256" y="1247966"/>
                </a:moveTo>
                <a:lnTo>
                  <a:pt x="450494" y="1249223"/>
                </a:lnTo>
                <a:lnTo>
                  <a:pt x="451018" y="1255309"/>
                </a:lnTo>
                <a:lnTo>
                  <a:pt x="444322" y="1248575"/>
                </a:lnTo>
                <a:close/>
                <a:moveTo>
                  <a:pt x="436054" y="1237783"/>
                </a:moveTo>
                <a:lnTo>
                  <a:pt x="442913" y="1237802"/>
                </a:lnTo>
                <a:lnTo>
                  <a:pt x="441293" y="1249851"/>
                </a:lnTo>
                <a:lnTo>
                  <a:pt x="434283" y="1247213"/>
                </a:lnTo>
                <a:lnTo>
                  <a:pt x="435254" y="1238583"/>
                </a:lnTo>
                <a:close/>
                <a:moveTo>
                  <a:pt x="428492" y="1254576"/>
                </a:moveTo>
                <a:lnTo>
                  <a:pt x="442017" y="1254061"/>
                </a:lnTo>
                <a:lnTo>
                  <a:pt x="438093" y="1259767"/>
                </a:lnTo>
                <a:lnTo>
                  <a:pt x="428454" y="1254776"/>
                </a:lnTo>
                <a:close/>
                <a:moveTo>
                  <a:pt x="391411" y="1256586"/>
                </a:moveTo>
                <a:lnTo>
                  <a:pt x="408937" y="1236917"/>
                </a:lnTo>
                <a:lnTo>
                  <a:pt x="418757" y="1238031"/>
                </a:lnTo>
                <a:lnTo>
                  <a:pt x="414347" y="1248356"/>
                </a:lnTo>
                <a:lnTo>
                  <a:pt x="427377" y="1250775"/>
                </a:lnTo>
                <a:lnTo>
                  <a:pt x="424186" y="1259548"/>
                </a:lnTo>
                <a:lnTo>
                  <a:pt x="404651" y="1257148"/>
                </a:lnTo>
                <a:lnTo>
                  <a:pt x="403022" y="1261405"/>
                </a:lnTo>
                <a:lnTo>
                  <a:pt x="398269" y="1254747"/>
                </a:lnTo>
                <a:lnTo>
                  <a:pt x="391030" y="1258157"/>
                </a:lnTo>
                <a:close/>
                <a:moveTo>
                  <a:pt x="362883" y="1240079"/>
                </a:moveTo>
                <a:lnTo>
                  <a:pt x="385058" y="1241203"/>
                </a:lnTo>
                <a:lnTo>
                  <a:pt x="391077" y="1232230"/>
                </a:lnTo>
                <a:lnTo>
                  <a:pt x="395754" y="1237364"/>
                </a:lnTo>
                <a:lnTo>
                  <a:pt x="386744" y="1248861"/>
                </a:lnTo>
                <a:lnTo>
                  <a:pt x="375723" y="1243013"/>
                </a:lnTo>
                <a:lnTo>
                  <a:pt x="363826" y="1244584"/>
                </a:lnTo>
                <a:lnTo>
                  <a:pt x="362674" y="1240307"/>
                </a:lnTo>
                <a:close/>
                <a:moveTo>
                  <a:pt x="345300" y="1220000"/>
                </a:moveTo>
                <a:lnTo>
                  <a:pt x="370427" y="1231602"/>
                </a:lnTo>
                <a:lnTo>
                  <a:pt x="361140" y="1232764"/>
                </a:lnTo>
                <a:lnTo>
                  <a:pt x="351387" y="1244336"/>
                </a:lnTo>
                <a:lnTo>
                  <a:pt x="344586" y="1235469"/>
                </a:lnTo>
                <a:lnTo>
                  <a:pt x="353854" y="1231630"/>
                </a:lnTo>
                <a:lnTo>
                  <a:pt x="344976" y="1220429"/>
                </a:lnTo>
                <a:close/>
                <a:moveTo>
                  <a:pt x="318868" y="1230925"/>
                </a:moveTo>
                <a:lnTo>
                  <a:pt x="323440" y="1233516"/>
                </a:lnTo>
                <a:lnTo>
                  <a:pt x="318573" y="1231325"/>
                </a:lnTo>
                <a:close/>
                <a:moveTo>
                  <a:pt x="310544" y="1230192"/>
                </a:moveTo>
                <a:lnTo>
                  <a:pt x="314849" y="1234545"/>
                </a:lnTo>
                <a:lnTo>
                  <a:pt x="310448" y="1230449"/>
                </a:lnTo>
                <a:close/>
                <a:moveTo>
                  <a:pt x="315801" y="1215219"/>
                </a:moveTo>
                <a:lnTo>
                  <a:pt x="321278" y="1218247"/>
                </a:lnTo>
                <a:lnTo>
                  <a:pt x="315344" y="1216019"/>
                </a:lnTo>
                <a:close/>
                <a:moveTo>
                  <a:pt x="299628" y="1241098"/>
                </a:moveTo>
                <a:lnTo>
                  <a:pt x="302095" y="1245251"/>
                </a:lnTo>
                <a:lnTo>
                  <a:pt x="297837" y="1245822"/>
                </a:lnTo>
                <a:close/>
                <a:moveTo>
                  <a:pt x="290903" y="1245070"/>
                </a:moveTo>
                <a:lnTo>
                  <a:pt x="290989" y="1249775"/>
                </a:lnTo>
                <a:lnTo>
                  <a:pt x="290227" y="1245518"/>
                </a:lnTo>
                <a:close/>
                <a:moveTo>
                  <a:pt x="251936" y="1174509"/>
                </a:moveTo>
                <a:lnTo>
                  <a:pt x="259566" y="1174337"/>
                </a:lnTo>
                <a:lnTo>
                  <a:pt x="263681" y="1181052"/>
                </a:lnTo>
                <a:lnTo>
                  <a:pt x="255346" y="1184662"/>
                </a:lnTo>
                <a:lnTo>
                  <a:pt x="250374" y="1177414"/>
                </a:lnTo>
                <a:close/>
                <a:moveTo>
                  <a:pt x="206369" y="1182205"/>
                </a:moveTo>
                <a:lnTo>
                  <a:pt x="217341" y="1188749"/>
                </a:lnTo>
                <a:lnTo>
                  <a:pt x="225409" y="1208408"/>
                </a:lnTo>
                <a:lnTo>
                  <a:pt x="234086" y="1215076"/>
                </a:lnTo>
                <a:lnTo>
                  <a:pt x="225000" y="1212323"/>
                </a:lnTo>
                <a:lnTo>
                  <a:pt x="206292" y="1183081"/>
                </a:lnTo>
                <a:close/>
                <a:moveTo>
                  <a:pt x="208893" y="1156306"/>
                </a:moveTo>
                <a:lnTo>
                  <a:pt x="213865" y="1161088"/>
                </a:lnTo>
                <a:lnTo>
                  <a:pt x="208902" y="1162536"/>
                </a:lnTo>
                <a:lnTo>
                  <a:pt x="208693" y="1157630"/>
                </a:lnTo>
                <a:close/>
                <a:moveTo>
                  <a:pt x="195815" y="1162421"/>
                </a:moveTo>
                <a:lnTo>
                  <a:pt x="199882" y="1169327"/>
                </a:lnTo>
                <a:lnTo>
                  <a:pt x="195863" y="1163326"/>
                </a:lnTo>
                <a:close/>
                <a:moveTo>
                  <a:pt x="195996" y="1146210"/>
                </a:moveTo>
                <a:lnTo>
                  <a:pt x="199082" y="1149953"/>
                </a:lnTo>
                <a:lnTo>
                  <a:pt x="195453" y="1148305"/>
                </a:lnTo>
                <a:close/>
                <a:moveTo>
                  <a:pt x="155258" y="1138580"/>
                </a:moveTo>
                <a:lnTo>
                  <a:pt x="180584" y="1132942"/>
                </a:lnTo>
                <a:lnTo>
                  <a:pt x="171012" y="1139962"/>
                </a:lnTo>
                <a:lnTo>
                  <a:pt x="172374" y="1144391"/>
                </a:lnTo>
                <a:lnTo>
                  <a:pt x="162963" y="1140285"/>
                </a:lnTo>
                <a:lnTo>
                  <a:pt x="157563" y="1145296"/>
                </a:lnTo>
                <a:lnTo>
                  <a:pt x="155086" y="1138647"/>
                </a:lnTo>
                <a:close/>
                <a:moveTo>
                  <a:pt x="116072" y="1081840"/>
                </a:moveTo>
                <a:lnTo>
                  <a:pt x="119415" y="1084383"/>
                </a:lnTo>
                <a:lnTo>
                  <a:pt x="115719" y="1082469"/>
                </a:lnTo>
                <a:close/>
                <a:moveTo>
                  <a:pt x="56255" y="1022061"/>
                </a:moveTo>
                <a:lnTo>
                  <a:pt x="58874" y="1025681"/>
                </a:lnTo>
                <a:lnTo>
                  <a:pt x="56007" y="1022252"/>
                </a:lnTo>
                <a:close/>
                <a:moveTo>
                  <a:pt x="49692" y="1015327"/>
                </a:moveTo>
                <a:lnTo>
                  <a:pt x="51759" y="1018318"/>
                </a:lnTo>
                <a:lnTo>
                  <a:pt x="49416" y="1015308"/>
                </a:lnTo>
                <a:close/>
                <a:moveTo>
                  <a:pt x="17031" y="1028395"/>
                </a:moveTo>
                <a:lnTo>
                  <a:pt x="37005" y="1030424"/>
                </a:lnTo>
                <a:lnTo>
                  <a:pt x="29947" y="1039292"/>
                </a:lnTo>
                <a:lnTo>
                  <a:pt x="17002" y="1028519"/>
                </a:lnTo>
                <a:close/>
                <a:moveTo>
                  <a:pt x="276" y="976141"/>
                </a:moveTo>
                <a:lnTo>
                  <a:pt x="10011" y="975046"/>
                </a:lnTo>
                <a:lnTo>
                  <a:pt x="27537" y="985561"/>
                </a:lnTo>
                <a:lnTo>
                  <a:pt x="34395" y="1002649"/>
                </a:lnTo>
                <a:lnTo>
                  <a:pt x="27346" y="996763"/>
                </a:lnTo>
                <a:lnTo>
                  <a:pt x="11611" y="996077"/>
                </a:lnTo>
                <a:lnTo>
                  <a:pt x="7115" y="980056"/>
                </a:lnTo>
                <a:lnTo>
                  <a:pt x="0" y="977303"/>
                </a:lnTo>
                <a:close/>
                <a:moveTo>
                  <a:pt x="2341778" y="1036110"/>
                </a:moveTo>
                <a:lnTo>
                  <a:pt x="2350018" y="1029567"/>
                </a:lnTo>
                <a:lnTo>
                  <a:pt x="2354066" y="1034234"/>
                </a:lnTo>
                <a:lnTo>
                  <a:pt x="2349275" y="1040530"/>
                </a:lnTo>
                <a:lnTo>
                  <a:pt x="2342074" y="1037558"/>
                </a:lnTo>
                <a:close/>
                <a:moveTo>
                  <a:pt x="2336530" y="1038254"/>
                </a:moveTo>
                <a:lnTo>
                  <a:pt x="2339997" y="1033282"/>
                </a:lnTo>
                <a:lnTo>
                  <a:pt x="2337987" y="1038939"/>
                </a:lnTo>
                <a:close/>
                <a:moveTo>
                  <a:pt x="2333425" y="1032462"/>
                </a:moveTo>
                <a:lnTo>
                  <a:pt x="2330720" y="1014212"/>
                </a:lnTo>
                <a:lnTo>
                  <a:pt x="2341283" y="1018299"/>
                </a:lnTo>
                <a:lnTo>
                  <a:pt x="2344712" y="1028052"/>
                </a:lnTo>
                <a:lnTo>
                  <a:pt x="2333844" y="1033015"/>
                </a:lnTo>
                <a:close/>
                <a:moveTo>
                  <a:pt x="2316728" y="1012869"/>
                </a:moveTo>
                <a:lnTo>
                  <a:pt x="2316813" y="1008402"/>
                </a:lnTo>
                <a:lnTo>
                  <a:pt x="2326872" y="1013851"/>
                </a:lnTo>
                <a:lnTo>
                  <a:pt x="2327167" y="1027462"/>
                </a:lnTo>
                <a:lnTo>
                  <a:pt x="2318852" y="1017946"/>
                </a:lnTo>
                <a:close/>
                <a:moveTo>
                  <a:pt x="2266102" y="951852"/>
                </a:moveTo>
                <a:lnTo>
                  <a:pt x="2271512" y="948023"/>
                </a:lnTo>
                <a:lnTo>
                  <a:pt x="2266550" y="952805"/>
                </a:lnTo>
                <a:close/>
                <a:moveTo>
                  <a:pt x="2260263" y="945832"/>
                </a:moveTo>
                <a:lnTo>
                  <a:pt x="2263454" y="938679"/>
                </a:lnTo>
                <a:lnTo>
                  <a:pt x="2260521" y="946394"/>
                </a:lnTo>
                <a:close/>
                <a:moveTo>
                  <a:pt x="2251777" y="968111"/>
                </a:moveTo>
                <a:lnTo>
                  <a:pt x="2252472" y="964130"/>
                </a:lnTo>
                <a:lnTo>
                  <a:pt x="2261083" y="974531"/>
                </a:lnTo>
                <a:lnTo>
                  <a:pt x="2252939" y="969407"/>
                </a:lnTo>
                <a:close/>
                <a:moveTo>
                  <a:pt x="2247214" y="959863"/>
                </a:moveTo>
                <a:lnTo>
                  <a:pt x="2250357" y="951109"/>
                </a:lnTo>
                <a:lnTo>
                  <a:pt x="2262721" y="950147"/>
                </a:lnTo>
                <a:lnTo>
                  <a:pt x="2264702" y="960377"/>
                </a:lnTo>
                <a:lnTo>
                  <a:pt x="2258549" y="965168"/>
                </a:lnTo>
                <a:lnTo>
                  <a:pt x="2247214" y="960034"/>
                </a:lnTo>
                <a:close/>
                <a:moveTo>
                  <a:pt x="2258454" y="1027567"/>
                </a:moveTo>
                <a:lnTo>
                  <a:pt x="2261587" y="1025604"/>
                </a:lnTo>
                <a:lnTo>
                  <a:pt x="2258473" y="1028519"/>
                </a:lnTo>
                <a:close/>
                <a:moveTo>
                  <a:pt x="2261168" y="1069362"/>
                </a:moveTo>
                <a:lnTo>
                  <a:pt x="2266026" y="1077201"/>
                </a:lnTo>
                <a:lnTo>
                  <a:pt x="2261940" y="1071058"/>
                </a:lnTo>
                <a:close/>
                <a:moveTo>
                  <a:pt x="2240785" y="1017956"/>
                </a:moveTo>
                <a:lnTo>
                  <a:pt x="2243985" y="1013403"/>
                </a:lnTo>
                <a:lnTo>
                  <a:pt x="2241118" y="1018965"/>
                </a:lnTo>
                <a:close/>
                <a:moveTo>
                  <a:pt x="2239232" y="1031281"/>
                </a:moveTo>
                <a:lnTo>
                  <a:pt x="2239223" y="1023566"/>
                </a:lnTo>
                <a:lnTo>
                  <a:pt x="2245490" y="1023042"/>
                </a:lnTo>
                <a:lnTo>
                  <a:pt x="2245976" y="1029214"/>
                </a:lnTo>
                <a:lnTo>
                  <a:pt x="2251520" y="1018765"/>
                </a:lnTo>
                <a:lnTo>
                  <a:pt x="2257330" y="1019594"/>
                </a:lnTo>
                <a:lnTo>
                  <a:pt x="2250986" y="1044254"/>
                </a:lnTo>
                <a:lnTo>
                  <a:pt x="2245900" y="1031434"/>
                </a:lnTo>
                <a:lnTo>
                  <a:pt x="2239966" y="1030224"/>
                </a:lnTo>
                <a:close/>
                <a:moveTo>
                  <a:pt x="2227097" y="996372"/>
                </a:moveTo>
                <a:lnTo>
                  <a:pt x="2234432" y="983923"/>
                </a:lnTo>
                <a:lnTo>
                  <a:pt x="2225326" y="969150"/>
                </a:lnTo>
                <a:lnTo>
                  <a:pt x="2244500" y="963739"/>
                </a:lnTo>
                <a:lnTo>
                  <a:pt x="2252986" y="975731"/>
                </a:lnTo>
                <a:lnTo>
                  <a:pt x="2274770" y="984980"/>
                </a:lnTo>
                <a:lnTo>
                  <a:pt x="2303859" y="1010088"/>
                </a:lnTo>
                <a:lnTo>
                  <a:pt x="2286543" y="1006802"/>
                </a:lnTo>
                <a:lnTo>
                  <a:pt x="2285371" y="1014879"/>
                </a:lnTo>
                <a:lnTo>
                  <a:pt x="2292201" y="1009841"/>
                </a:lnTo>
                <a:lnTo>
                  <a:pt x="2298316" y="1012488"/>
                </a:lnTo>
                <a:lnTo>
                  <a:pt x="2293639" y="1015546"/>
                </a:lnTo>
                <a:lnTo>
                  <a:pt x="2305155" y="1016965"/>
                </a:lnTo>
                <a:lnTo>
                  <a:pt x="2309784" y="1021737"/>
                </a:lnTo>
                <a:lnTo>
                  <a:pt x="2306965" y="1027500"/>
                </a:lnTo>
                <a:lnTo>
                  <a:pt x="2314318" y="1021842"/>
                </a:lnTo>
                <a:lnTo>
                  <a:pt x="2312365" y="1042083"/>
                </a:lnTo>
                <a:lnTo>
                  <a:pt x="2320252" y="1037625"/>
                </a:lnTo>
                <a:lnTo>
                  <a:pt x="2326205" y="1060771"/>
                </a:lnTo>
                <a:lnTo>
                  <a:pt x="2305202" y="1061733"/>
                </a:lnTo>
                <a:lnTo>
                  <a:pt x="2311194" y="1056246"/>
                </a:lnTo>
                <a:lnTo>
                  <a:pt x="2296944" y="1050312"/>
                </a:lnTo>
                <a:lnTo>
                  <a:pt x="2291858" y="1034463"/>
                </a:lnTo>
                <a:lnTo>
                  <a:pt x="2290724" y="1050055"/>
                </a:lnTo>
                <a:lnTo>
                  <a:pt x="2270541" y="1036129"/>
                </a:lnTo>
                <a:lnTo>
                  <a:pt x="2286010" y="1057904"/>
                </a:lnTo>
                <a:lnTo>
                  <a:pt x="2298097" y="1056265"/>
                </a:lnTo>
                <a:lnTo>
                  <a:pt x="2300678" y="1065400"/>
                </a:lnTo>
                <a:lnTo>
                  <a:pt x="2294392" y="1062590"/>
                </a:lnTo>
                <a:lnTo>
                  <a:pt x="2301059" y="1071448"/>
                </a:lnTo>
                <a:lnTo>
                  <a:pt x="2292629" y="1071963"/>
                </a:lnTo>
                <a:lnTo>
                  <a:pt x="2275237" y="1057989"/>
                </a:lnTo>
                <a:lnTo>
                  <a:pt x="2266607" y="1040044"/>
                </a:lnTo>
                <a:lnTo>
                  <a:pt x="2256387" y="1041940"/>
                </a:lnTo>
                <a:lnTo>
                  <a:pt x="2255958" y="1035749"/>
                </a:lnTo>
                <a:lnTo>
                  <a:pt x="2264397" y="1035968"/>
                </a:lnTo>
                <a:lnTo>
                  <a:pt x="2261911" y="1031605"/>
                </a:lnTo>
                <a:lnTo>
                  <a:pt x="2268283" y="1025614"/>
                </a:lnTo>
                <a:lnTo>
                  <a:pt x="2261740" y="1015994"/>
                </a:lnTo>
                <a:lnTo>
                  <a:pt x="2248910" y="1013974"/>
                </a:lnTo>
                <a:lnTo>
                  <a:pt x="2246576" y="1006716"/>
                </a:lnTo>
                <a:lnTo>
                  <a:pt x="2244281" y="1011526"/>
                </a:lnTo>
                <a:lnTo>
                  <a:pt x="2235670" y="1007859"/>
                </a:lnTo>
                <a:lnTo>
                  <a:pt x="2249491" y="1000392"/>
                </a:lnTo>
                <a:lnTo>
                  <a:pt x="2240461" y="998715"/>
                </a:lnTo>
                <a:lnTo>
                  <a:pt x="2238413" y="988733"/>
                </a:lnTo>
                <a:lnTo>
                  <a:pt x="2234803" y="1002640"/>
                </a:lnTo>
                <a:lnTo>
                  <a:pt x="2227336" y="997210"/>
                </a:lnTo>
                <a:close/>
                <a:moveTo>
                  <a:pt x="2195389" y="903989"/>
                </a:moveTo>
                <a:lnTo>
                  <a:pt x="2199456" y="903199"/>
                </a:lnTo>
                <a:lnTo>
                  <a:pt x="2196379" y="906209"/>
                </a:lnTo>
                <a:close/>
                <a:moveTo>
                  <a:pt x="2223268" y="1001516"/>
                </a:moveTo>
                <a:lnTo>
                  <a:pt x="2226326" y="999096"/>
                </a:lnTo>
                <a:lnTo>
                  <a:pt x="2227869" y="1004945"/>
                </a:lnTo>
                <a:lnTo>
                  <a:pt x="2223545" y="1002668"/>
                </a:lnTo>
                <a:close/>
                <a:moveTo>
                  <a:pt x="2206790" y="1006735"/>
                </a:moveTo>
                <a:lnTo>
                  <a:pt x="2215629" y="998401"/>
                </a:lnTo>
                <a:lnTo>
                  <a:pt x="2211838" y="1011441"/>
                </a:lnTo>
                <a:lnTo>
                  <a:pt x="2207905" y="1007745"/>
                </a:lnTo>
                <a:close/>
                <a:moveTo>
                  <a:pt x="2185016" y="941803"/>
                </a:moveTo>
                <a:lnTo>
                  <a:pt x="2192865" y="931069"/>
                </a:lnTo>
                <a:lnTo>
                  <a:pt x="2209743" y="938965"/>
                </a:lnTo>
                <a:lnTo>
                  <a:pt x="2195017" y="924887"/>
                </a:lnTo>
                <a:lnTo>
                  <a:pt x="2199618" y="918210"/>
                </a:lnTo>
                <a:lnTo>
                  <a:pt x="2231193" y="915200"/>
                </a:lnTo>
                <a:lnTo>
                  <a:pt x="2262149" y="937374"/>
                </a:lnTo>
                <a:lnTo>
                  <a:pt x="2227688" y="960139"/>
                </a:lnTo>
                <a:lnTo>
                  <a:pt x="2218192" y="954319"/>
                </a:lnTo>
                <a:lnTo>
                  <a:pt x="2218725" y="989247"/>
                </a:lnTo>
                <a:lnTo>
                  <a:pt x="2213705" y="997296"/>
                </a:lnTo>
                <a:lnTo>
                  <a:pt x="2201342" y="979465"/>
                </a:lnTo>
                <a:lnTo>
                  <a:pt x="2200085" y="961406"/>
                </a:lnTo>
                <a:lnTo>
                  <a:pt x="2194893" y="961206"/>
                </a:lnTo>
                <a:lnTo>
                  <a:pt x="2185426" y="943632"/>
                </a:lnTo>
                <a:close/>
                <a:moveTo>
                  <a:pt x="2132066" y="838924"/>
                </a:moveTo>
                <a:lnTo>
                  <a:pt x="2146649" y="853078"/>
                </a:lnTo>
                <a:lnTo>
                  <a:pt x="2165861" y="847392"/>
                </a:lnTo>
                <a:lnTo>
                  <a:pt x="2191417" y="881567"/>
                </a:lnTo>
                <a:lnTo>
                  <a:pt x="2170386" y="865375"/>
                </a:lnTo>
                <a:lnTo>
                  <a:pt x="2194627" y="899522"/>
                </a:lnTo>
                <a:lnTo>
                  <a:pt x="2186873" y="904665"/>
                </a:lnTo>
                <a:lnTo>
                  <a:pt x="2187150" y="913638"/>
                </a:lnTo>
                <a:lnTo>
                  <a:pt x="2175577" y="931240"/>
                </a:lnTo>
                <a:lnTo>
                  <a:pt x="2168252" y="917981"/>
                </a:lnTo>
                <a:lnTo>
                  <a:pt x="2171262" y="910342"/>
                </a:lnTo>
                <a:lnTo>
                  <a:pt x="2167157" y="905037"/>
                </a:lnTo>
                <a:lnTo>
                  <a:pt x="2171624" y="904303"/>
                </a:lnTo>
                <a:lnTo>
                  <a:pt x="2154679" y="884225"/>
                </a:lnTo>
                <a:lnTo>
                  <a:pt x="2132495" y="841562"/>
                </a:lnTo>
                <a:close/>
                <a:moveTo>
                  <a:pt x="2127180" y="831504"/>
                </a:moveTo>
                <a:lnTo>
                  <a:pt x="2138239" y="839629"/>
                </a:lnTo>
                <a:lnTo>
                  <a:pt x="2127171" y="831961"/>
                </a:lnTo>
                <a:close/>
                <a:moveTo>
                  <a:pt x="2105349" y="799748"/>
                </a:moveTo>
                <a:lnTo>
                  <a:pt x="2109226" y="806301"/>
                </a:lnTo>
                <a:lnTo>
                  <a:pt x="2105406" y="800452"/>
                </a:lnTo>
                <a:close/>
                <a:moveTo>
                  <a:pt x="2125904" y="919915"/>
                </a:moveTo>
                <a:lnTo>
                  <a:pt x="2132247" y="902818"/>
                </a:lnTo>
                <a:lnTo>
                  <a:pt x="2156793" y="907418"/>
                </a:lnTo>
                <a:lnTo>
                  <a:pt x="2160461" y="914705"/>
                </a:lnTo>
                <a:lnTo>
                  <a:pt x="2154898" y="915619"/>
                </a:lnTo>
                <a:lnTo>
                  <a:pt x="2181044" y="956901"/>
                </a:lnTo>
                <a:lnTo>
                  <a:pt x="2189655" y="992353"/>
                </a:lnTo>
                <a:lnTo>
                  <a:pt x="2167042" y="971445"/>
                </a:lnTo>
                <a:lnTo>
                  <a:pt x="2168052" y="963673"/>
                </a:lnTo>
                <a:lnTo>
                  <a:pt x="2163318" y="967340"/>
                </a:lnTo>
                <a:lnTo>
                  <a:pt x="2153612" y="957186"/>
                </a:lnTo>
                <a:lnTo>
                  <a:pt x="2144706" y="958758"/>
                </a:lnTo>
                <a:lnTo>
                  <a:pt x="2140496" y="953729"/>
                </a:lnTo>
                <a:lnTo>
                  <a:pt x="2146125" y="952976"/>
                </a:lnTo>
                <a:lnTo>
                  <a:pt x="2145716" y="940260"/>
                </a:lnTo>
                <a:lnTo>
                  <a:pt x="2138924" y="936612"/>
                </a:lnTo>
                <a:lnTo>
                  <a:pt x="2141001" y="924668"/>
                </a:lnTo>
                <a:lnTo>
                  <a:pt x="2133886" y="927516"/>
                </a:lnTo>
                <a:lnTo>
                  <a:pt x="2125999" y="920315"/>
                </a:lnTo>
                <a:close/>
                <a:moveTo>
                  <a:pt x="2104749" y="849725"/>
                </a:moveTo>
                <a:lnTo>
                  <a:pt x="2112245" y="849687"/>
                </a:lnTo>
                <a:lnTo>
                  <a:pt x="2106492" y="851468"/>
                </a:lnTo>
                <a:close/>
                <a:moveTo>
                  <a:pt x="2122370" y="930183"/>
                </a:moveTo>
                <a:lnTo>
                  <a:pt x="2123751" y="921763"/>
                </a:lnTo>
                <a:lnTo>
                  <a:pt x="2134714" y="928811"/>
                </a:lnTo>
                <a:lnTo>
                  <a:pt x="2139753" y="926020"/>
                </a:lnTo>
                <a:lnTo>
                  <a:pt x="2135143" y="944118"/>
                </a:lnTo>
                <a:lnTo>
                  <a:pt x="2127075" y="947480"/>
                </a:lnTo>
                <a:lnTo>
                  <a:pt x="2128504" y="935641"/>
                </a:lnTo>
                <a:lnTo>
                  <a:pt x="2122065" y="931726"/>
                </a:lnTo>
                <a:close/>
                <a:moveTo>
                  <a:pt x="2090604" y="859860"/>
                </a:moveTo>
                <a:lnTo>
                  <a:pt x="2094262" y="856183"/>
                </a:lnTo>
                <a:lnTo>
                  <a:pt x="2090661" y="860203"/>
                </a:lnTo>
                <a:close/>
                <a:moveTo>
                  <a:pt x="2082003" y="889254"/>
                </a:moveTo>
                <a:lnTo>
                  <a:pt x="2081851" y="863156"/>
                </a:lnTo>
                <a:lnTo>
                  <a:pt x="2089709" y="868594"/>
                </a:lnTo>
                <a:lnTo>
                  <a:pt x="2104273" y="855840"/>
                </a:lnTo>
                <a:lnTo>
                  <a:pt x="2117141" y="861146"/>
                </a:lnTo>
                <a:lnTo>
                  <a:pt x="2116255" y="875414"/>
                </a:lnTo>
                <a:lnTo>
                  <a:pt x="2120779" y="861879"/>
                </a:lnTo>
                <a:lnTo>
                  <a:pt x="2140001" y="864546"/>
                </a:lnTo>
                <a:lnTo>
                  <a:pt x="2143287" y="872357"/>
                </a:lnTo>
                <a:lnTo>
                  <a:pt x="2134181" y="875214"/>
                </a:lnTo>
                <a:lnTo>
                  <a:pt x="2144439" y="880100"/>
                </a:lnTo>
                <a:lnTo>
                  <a:pt x="2139248" y="884492"/>
                </a:lnTo>
                <a:lnTo>
                  <a:pt x="2146535" y="883796"/>
                </a:lnTo>
                <a:lnTo>
                  <a:pt x="2155736" y="902160"/>
                </a:lnTo>
                <a:lnTo>
                  <a:pt x="2146830" y="906161"/>
                </a:lnTo>
                <a:lnTo>
                  <a:pt x="2120027" y="897684"/>
                </a:lnTo>
                <a:lnTo>
                  <a:pt x="2128171" y="901570"/>
                </a:lnTo>
                <a:lnTo>
                  <a:pt x="2128285" y="909914"/>
                </a:lnTo>
                <a:lnTo>
                  <a:pt x="2125189" y="919753"/>
                </a:lnTo>
                <a:lnTo>
                  <a:pt x="2119741" y="919534"/>
                </a:lnTo>
                <a:lnTo>
                  <a:pt x="2082213" y="889835"/>
                </a:lnTo>
                <a:close/>
                <a:moveTo>
                  <a:pt x="1702937" y="779116"/>
                </a:moveTo>
                <a:lnTo>
                  <a:pt x="1712547" y="778726"/>
                </a:lnTo>
                <a:lnTo>
                  <a:pt x="1703842" y="779650"/>
                </a:lnTo>
                <a:close/>
                <a:moveTo>
                  <a:pt x="1652683" y="749046"/>
                </a:moveTo>
                <a:lnTo>
                  <a:pt x="1661351" y="747151"/>
                </a:lnTo>
                <a:lnTo>
                  <a:pt x="1652549" y="749284"/>
                </a:lnTo>
                <a:close/>
                <a:moveTo>
                  <a:pt x="1648006" y="766162"/>
                </a:moveTo>
                <a:lnTo>
                  <a:pt x="1651483" y="759381"/>
                </a:lnTo>
                <a:lnTo>
                  <a:pt x="1654702" y="764657"/>
                </a:lnTo>
                <a:lnTo>
                  <a:pt x="1648835" y="768667"/>
                </a:lnTo>
                <a:close/>
                <a:moveTo>
                  <a:pt x="1650673" y="795366"/>
                </a:moveTo>
                <a:lnTo>
                  <a:pt x="1656188" y="790966"/>
                </a:lnTo>
                <a:lnTo>
                  <a:pt x="1651035" y="796661"/>
                </a:lnTo>
                <a:close/>
                <a:moveTo>
                  <a:pt x="1638614" y="831009"/>
                </a:moveTo>
                <a:lnTo>
                  <a:pt x="1660903" y="787194"/>
                </a:lnTo>
                <a:lnTo>
                  <a:pt x="1668028" y="786898"/>
                </a:lnTo>
                <a:lnTo>
                  <a:pt x="1666199" y="790280"/>
                </a:lnTo>
                <a:lnTo>
                  <a:pt x="1671504" y="790451"/>
                </a:lnTo>
                <a:lnTo>
                  <a:pt x="1653149" y="819121"/>
                </a:lnTo>
                <a:lnTo>
                  <a:pt x="1656855" y="823370"/>
                </a:lnTo>
                <a:lnTo>
                  <a:pt x="1639433" y="831847"/>
                </a:lnTo>
                <a:close/>
                <a:moveTo>
                  <a:pt x="1634776" y="797566"/>
                </a:moveTo>
                <a:lnTo>
                  <a:pt x="1646177" y="771706"/>
                </a:lnTo>
                <a:lnTo>
                  <a:pt x="1642186" y="803300"/>
                </a:lnTo>
                <a:lnTo>
                  <a:pt x="1634671" y="798681"/>
                </a:lnTo>
                <a:close/>
                <a:moveTo>
                  <a:pt x="1629108" y="762714"/>
                </a:moveTo>
                <a:lnTo>
                  <a:pt x="1635376" y="764115"/>
                </a:lnTo>
                <a:lnTo>
                  <a:pt x="1631194" y="766286"/>
                </a:lnTo>
                <a:close/>
                <a:moveTo>
                  <a:pt x="1548698" y="738330"/>
                </a:moveTo>
                <a:lnTo>
                  <a:pt x="1551270" y="735530"/>
                </a:lnTo>
                <a:lnTo>
                  <a:pt x="1547908" y="739140"/>
                </a:lnTo>
                <a:close/>
                <a:moveTo>
                  <a:pt x="1536544" y="871233"/>
                </a:moveTo>
                <a:lnTo>
                  <a:pt x="1542059" y="866432"/>
                </a:lnTo>
                <a:lnTo>
                  <a:pt x="1536602" y="873042"/>
                </a:lnTo>
                <a:close/>
                <a:moveTo>
                  <a:pt x="1509046" y="885996"/>
                </a:moveTo>
                <a:lnTo>
                  <a:pt x="1512741" y="888054"/>
                </a:lnTo>
                <a:lnTo>
                  <a:pt x="1509179" y="886958"/>
                </a:lnTo>
                <a:close/>
                <a:moveTo>
                  <a:pt x="1497816" y="954329"/>
                </a:moveTo>
                <a:lnTo>
                  <a:pt x="1501473" y="952205"/>
                </a:lnTo>
                <a:lnTo>
                  <a:pt x="1497778" y="956243"/>
                </a:lnTo>
                <a:close/>
                <a:moveTo>
                  <a:pt x="1489196" y="902951"/>
                </a:moveTo>
                <a:lnTo>
                  <a:pt x="1493682" y="903589"/>
                </a:lnTo>
                <a:lnTo>
                  <a:pt x="1489224" y="903856"/>
                </a:lnTo>
                <a:close/>
                <a:moveTo>
                  <a:pt x="1485881" y="799014"/>
                </a:moveTo>
                <a:lnTo>
                  <a:pt x="1490967" y="786384"/>
                </a:lnTo>
                <a:lnTo>
                  <a:pt x="1494244" y="788860"/>
                </a:lnTo>
                <a:lnTo>
                  <a:pt x="1485995" y="799357"/>
                </a:lnTo>
                <a:close/>
                <a:moveTo>
                  <a:pt x="1478651" y="903932"/>
                </a:moveTo>
                <a:lnTo>
                  <a:pt x="1486167" y="901722"/>
                </a:lnTo>
                <a:lnTo>
                  <a:pt x="1479166" y="904618"/>
                </a:lnTo>
                <a:close/>
                <a:moveTo>
                  <a:pt x="1466155" y="812740"/>
                </a:moveTo>
                <a:lnTo>
                  <a:pt x="1469117" y="817836"/>
                </a:lnTo>
                <a:lnTo>
                  <a:pt x="1466421" y="813921"/>
                </a:lnTo>
                <a:close/>
                <a:moveTo>
                  <a:pt x="1439361" y="966883"/>
                </a:moveTo>
                <a:lnTo>
                  <a:pt x="1444542" y="960720"/>
                </a:lnTo>
                <a:lnTo>
                  <a:pt x="1449410" y="964863"/>
                </a:lnTo>
                <a:lnTo>
                  <a:pt x="1447524" y="956262"/>
                </a:lnTo>
                <a:lnTo>
                  <a:pt x="1455258" y="955881"/>
                </a:lnTo>
                <a:lnTo>
                  <a:pt x="1453486" y="948995"/>
                </a:lnTo>
                <a:lnTo>
                  <a:pt x="1459830" y="950195"/>
                </a:lnTo>
                <a:lnTo>
                  <a:pt x="1457573" y="946842"/>
                </a:lnTo>
                <a:lnTo>
                  <a:pt x="1463726" y="944404"/>
                </a:lnTo>
                <a:lnTo>
                  <a:pt x="1459297" y="941365"/>
                </a:lnTo>
                <a:lnTo>
                  <a:pt x="1469774" y="936307"/>
                </a:lnTo>
                <a:lnTo>
                  <a:pt x="1471184" y="925630"/>
                </a:lnTo>
                <a:lnTo>
                  <a:pt x="1480166" y="924630"/>
                </a:lnTo>
                <a:lnTo>
                  <a:pt x="1474422" y="945070"/>
                </a:lnTo>
                <a:lnTo>
                  <a:pt x="1480595" y="939089"/>
                </a:lnTo>
                <a:lnTo>
                  <a:pt x="1484671" y="944623"/>
                </a:lnTo>
                <a:lnTo>
                  <a:pt x="1488386" y="941661"/>
                </a:lnTo>
                <a:lnTo>
                  <a:pt x="1487881" y="952452"/>
                </a:lnTo>
                <a:lnTo>
                  <a:pt x="1494587" y="946137"/>
                </a:lnTo>
                <a:lnTo>
                  <a:pt x="1490577" y="959320"/>
                </a:lnTo>
                <a:lnTo>
                  <a:pt x="1482766" y="953091"/>
                </a:lnTo>
                <a:lnTo>
                  <a:pt x="1483252" y="961615"/>
                </a:lnTo>
                <a:lnTo>
                  <a:pt x="1473041" y="964930"/>
                </a:lnTo>
                <a:lnTo>
                  <a:pt x="1471241" y="957377"/>
                </a:lnTo>
                <a:lnTo>
                  <a:pt x="1462497" y="971579"/>
                </a:lnTo>
                <a:lnTo>
                  <a:pt x="1439313" y="967207"/>
                </a:lnTo>
                <a:close/>
                <a:moveTo>
                  <a:pt x="1433274" y="869823"/>
                </a:moveTo>
                <a:lnTo>
                  <a:pt x="1441323" y="872338"/>
                </a:lnTo>
                <a:lnTo>
                  <a:pt x="1432789" y="871290"/>
                </a:lnTo>
                <a:close/>
                <a:moveTo>
                  <a:pt x="1410633" y="1067248"/>
                </a:moveTo>
                <a:lnTo>
                  <a:pt x="1416129" y="1065590"/>
                </a:lnTo>
                <a:lnTo>
                  <a:pt x="1410881" y="1068010"/>
                </a:lnTo>
                <a:close/>
                <a:moveTo>
                  <a:pt x="1402461" y="1078144"/>
                </a:moveTo>
                <a:lnTo>
                  <a:pt x="1413158" y="1072686"/>
                </a:lnTo>
                <a:lnTo>
                  <a:pt x="1422273" y="1077525"/>
                </a:lnTo>
                <a:lnTo>
                  <a:pt x="1402490" y="1079383"/>
                </a:lnTo>
                <a:close/>
                <a:moveTo>
                  <a:pt x="1386421" y="1017813"/>
                </a:moveTo>
                <a:lnTo>
                  <a:pt x="1396641" y="1002449"/>
                </a:lnTo>
                <a:lnTo>
                  <a:pt x="1408224" y="996410"/>
                </a:lnTo>
                <a:lnTo>
                  <a:pt x="1417206" y="996753"/>
                </a:lnTo>
                <a:lnTo>
                  <a:pt x="1421340" y="1007878"/>
                </a:lnTo>
                <a:lnTo>
                  <a:pt x="1421892" y="997534"/>
                </a:lnTo>
                <a:lnTo>
                  <a:pt x="1430665" y="996915"/>
                </a:lnTo>
                <a:lnTo>
                  <a:pt x="1419711" y="993829"/>
                </a:lnTo>
                <a:lnTo>
                  <a:pt x="1419511" y="985333"/>
                </a:lnTo>
                <a:lnTo>
                  <a:pt x="1430569" y="980389"/>
                </a:lnTo>
                <a:lnTo>
                  <a:pt x="1435827" y="992324"/>
                </a:lnTo>
                <a:lnTo>
                  <a:pt x="1437142" y="983132"/>
                </a:lnTo>
                <a:lnTo>
                  <a:pt x="1443209" y="983504"/>
                </a:lnTo>
                <a:lnTo>
                  <a:pt x="1436865" y="973303"/>
                </a:lnTo>
                <a:lnTo>
                  <a:pt x="1450934" y="981923"/>
                </a:lnTo>
                <a:lnTo>
                  <a:pt x="1444047" y="971779"/>
                </a:lnTo>
                <a:lnTo>
                  <a:pt x="1460373" y="976236"/>
                </a:lnTo>
                <a:lnTo>
                  <a:pt x="1466221" y="972112"/>
                </a:lnTo>
                <a:lnTo>
                  <a:pt x="1460678" y="990457"/>
                </a:lnTo>
                <a:lnTo>
                  <a:pt x="1462554" y="982723"/>
                </a:lnTo>
                <a:lnTo>
                  <a:pt x="1477842" y="972712"/>
                </a:lnTo>
                <a:lnTo>
                  <a:pt x="1481699" y="976941"/>
                </a:lnTo>
                <a:lnTo>
                  <a:pt x="1476175" y="979122"/>
                </a:lnTo>
                <a:lnTo>
                  <a:pt x="1477804" y="984094"/>
                </a:lnTo>
                <a:lnTo>
                  <a:pt x="1486262" y="985980"/>
                </a:lnTo>
                <a:lnTo>
                  <a:pt x="1475308" y="990114"/>
                </a:lnTo>
                <a:lnTo>
                  <a:pt x="1480156" y="994658"/>
                </a:lnTo>
                <a:lnTo>
                  <a:pt x="1477004" y="1000630"/>
                </a:lnTo>
                <a:lnTo>
                  <a:pt x="1488938" y="998487"/>
                </a:lnTo>
                <a:lnTo>
                  <a:pt x="1482957" y="1012327"/>
                </a:lnTo>
                <a:lnTo>
                  <a:pt x="1459430" y="1007659"/>
                </a:lnTo>
                <a:lnTo>
                  <a:pt x="1471051" y="1014851"/>
                </a:lnTo>
                <a:lnTo>
                  <a:pt x="1470774" y="1020632"/>
                </a:lnTo>
                <a:lnTo>
                  <a:pt x="1463478" y="1024957"/>
                </a:lnTo>
                <a:lnTo>
                  <a:pt x="1455906" y="1019642"/>
                </a:lnTo>
                <a:lnTo>
                  <a:pt x="1451724" y="1022804"/>
                </a:lnTo>
                <a:lnTo>
                  <a:pt x="1458278" y="1026243"/>
                </a:lnTo>
                <a:lnTo>
                  <a:pt x="1447886" y="1029291"/>
                </a:lnTo>
                <a:lnTo>
                  <a:pt x="1461592" y="1033358"/>
                </a:lnTo>
                <a:lnTo>
                  <a:pt x="1444695" y="1045264"/>
                </a:lnTo>
                <a:lnTo>
                  <a:pt x="1440551" y="1038777"/>
                </a:lnTo>
                <a:lnTo>
                  <a:pt x="1444181" y="1030415"/>
                </a:lnTo>
                <a:lnTo>
                  <a:pt x="1436818" y="1039911"/>
                </a:lnTo>
                <a:lnTo>
                  <a:pt x="1430655" y="1038549"/>
                </a:lnTo>
                <a:lnTo>
                  <a:pt x="1434579" y="1046978"/>
                </a:lnTo>
                <a:lnTo>
                  <a:pt x="1418120" y="1063409"/>
                </a:lnTo>
                <a:lnTo>
                  <a:pt x="1411062" y="1063342"/>
                </a:lnTo>
                <a:lnTo>
                  <a:pt x="1423006" y="1048969"/>
                </a:lnTo>
                <a:lnTo>
                  <a:pt x="1417806" y="1047531"/>
                </a:lnTo>
                <a:lnTo>
                  <a:pt x="1425712" y="1033148"/>
                </a:lnTo>
                <a:lnTo>
                  <a:pt x="1404833" y="1055922"/>
                </a:lnTo>
                <a:lnTo>
                  <a:pt x="1396203" y="1045293"/>
                </a:lnTo>
                <a:lnTo>
                  <a:pt x="1394393" y="1027138"/>
                </a:lnTo>
                <a:lnTo>
                  <a:pt x="1385745" y="1019280"/>
                </a:lnTo>
                <a:close/>
                <a:moveTo>
                  <a:pt x="1384554" y="1085907"/>
                </a:moveTo>
                <a:lnTo>
                  <a:pt x="1395574" y="1073868"/>
                </a:lnTo>
                <a:lnTo>
                  <a:pt x="1400870" y="1075363"/>
                </a:lnTo>
                <a:lnTo>
                  <a:pt x="1384573" y="1086393"/>
                </a:lnTo>
                <a:close/>
                <a:moveTo>
                  <a:pt x="1345444" y="1129589"/>
                </a:moveTo>
                <a:lnTo>
                  <a:pt x="1352988" y="1123798"/>
                </a:lnTo>
                <a:lnTo>
                  <a:pt x="1351798" y="1134418"/>
                </a:lnTo>
                <a:lnTo>
                  <a:pt x="1345397" y="1129865"/>
                </a:lnTo>
                <a:close/>
                <a:moveTo>
                  <a:pt x="1305125" y="1112777"/>
                </a:moveTo>
                <a:lnTo>
                  <a:pt x="1308059" y="1108386"/>
                </a:lnTo>
                <a:lnTo>
                  <a:pt x="1305716" y="1113863"/>
                </a:lnTo>
                <a:close/>
                <a:moveTo>
                  <a:pt x="1283589" y="1075001"/>
                </a:moveTo>
                <a:lnTo>
                  <a:pt x="1297734" y="1075954"/>
                </a:lnTo>
                <a:lnTo>
                  <a:pt x="1283427" y="1075887"/>
                </a:lnTo>
                <a:close/>
                <a:moveTo>
                  <a:pt x="1259729" y="1087765"/>
                </a:moveTo>
                <a:lnTo>
                  <a:pt x="1263825" y="1090022"/>
                </a:lnTo>
                <a:lnTo>
                  <a:pt x="1259662" y="1088184"/>
                </a:lnTo>
                <a:close/>
                <a:moveTo>
                  <a:pt x="1216800" y="1123093"/>
                </a:moveTo>
                <a:lnTo>
                  <a:pt x="1221105" y="1118673"/>
                </a:lnTo>
                <a:lnTo>
                  <a:pt x="1224801" y="1122559"/>
                </a:lnTo>
                <a:lnTo>
                  <a:pt x="1217066" y="1124302"/>
                </a:lnTo>
                <a:close/>
                <a:moveTo>
                  <a:pt x="1206989" y="1118664"/>
                </a:moveTo>
                <a:lnTo>
                  <a:pt x="1209161" y="1121893"/>
                </a:lnTo>
                <a:lnTo>
                  <a:pt x="1205255" y="1120892"/>
                </a:lnTo>
                <a:close/>
                <a:moveTo>
                  <a:pt x="1194121" y="1189320"/>
                </a:moveTo>
                <a:lnTo>
                  <a:pt x="1199207" y="1187653"/>
                </a:lnTo>
                <a:lnTo>
                  <a:pt x="1193749" y="1190206"/>
                </a:lnTo>
                <a:close/>
                <a:moveTo>
                  <a:pt x="1196502" y="1127169"/>
                </a:moveTo>
                <a:lnTo>
                  <a:pt x="1199464" y="1122531"/>
                </a:lnTo>
                <a:lnTo>
                  <a:pt x="1195873" y="1129627"/>
                </a:lnTo>
                <a:close/>
                <a:moveTo>
                  <a:pt x="1188625" y="1185110"/>
                </a:moveTo>
                <a:lnTo>
                  <a:pt x="1189482" y="1176928"/>
                </a:lnTo>
                <a:lnTo>
                  <a:pt x="1194044" y="1177452"/>
                </a:lnTo>
                <a:lnTo>
                  <a:pt x="1188672" y="1185329"/>
                </a:lnTo>
                <a:close/>
                <a:moveTo>
                  <a:pt x="1181672" y="1166860"/>
                </a:moveTo>
                <a:lnTo>
                  <a:pt x="1187987" y="1162736"/>
                </a:lnTo>
                <a:lnTo>
                  <a:pt x="1187977" y="1177700"/>
                </a:lnTo>
                <a:lnTo>
                  <a:pt x="1181700" y="1177938"/>
                </a:lnTo>
                <a:lnTo>
                  <a:pt x="1181290" y="1167394"/>
                </a:lnTo>
                <a:close/>
                <a:moveTo>
                  <a:pt x="1172842" y="1193130"/>
                </a:moveTo>
                <a:lnTo>
                  <a:pt x="1178109" y="1192540"/>
                </a:lnTo>
                <a:lnTo>
                  <a:pt x="1172718" y="1193540"/>
                </a:lnTo>
                <a:close/>
                <a:moveTo>
                  <a:pt x="1173147" y="1175956"/>
                </a:moveTo>
                <a:lnTo>
                  <a:pt x="1179071" y="1171099"/>
                </a:lnTo>
                <a:lnTo>
                  <a:pt x="1172556" y="1177033"/>
                </a:lnTo>
                <a:close/>
                <a:moveTo>
                  <a:pt x="1155497" y="1183557"/>
                </a:moveTo>
                <a:lnTo>
                  <a:pt x="1163422" y="1176404"/>
                </a:lnTo>
                <a:lnTo>
                  <a:pt x="1159421" y="1170118"/>
                </a:lnTo>
                <a:lnTo>
                  <a:pt x="1166717" y="1170461"/>
                </a:lnTo>
                <a:lnTo>
                  <a:pt x="1165193" y="1164650"/>
                </a:lnTo>
                <a:lnTo>
                  <a:pt x="1173299" y="1158802"/>
                </a:lnTo>
                <a:lnTo>
                  <a:pt x="1173089" y="1172651"/>
                </a:lnTo>
                <a:lnTo>
                  <a:pt x="1155097" y="1186005"/>
                </a:lnTo>
                <a:close/>
                <a:moveTo>
                  <a:pt x="1154906" y="1147143"/>
                </a:moveTo>
                <a:lnTo>
                  <a:pt x="1163745" y="1146181"/>
                </a:lnTo>
                <a:lnTo>
                  <a:pt x="1163069" y="1151039"/>
                </a:lnTo>
                <a:lnTo>
                  <a:pt x="1154792" y="1147553"/>
                </a:lnTo>
                <a:close/>
                <a:moveTo>
                  <a:pt x="1174261" y="909847"/>
                </a:moveTo>
                <a:lnTo>
                  <a:pt x="1175871" y="905161"/>
                </a:lnTo>
                <a:lnTo>
                  <a:pt x="1174490" y="910304"/>
                </a:lnTo>
                <a:close/>
                <a:moveTo>
                  <a:pt x="1133161" y="1152868"/>
                </a:moveTo>
                <a:lnTo>
                  <a:pt x="1139819" y="1147353"/>
                </a:lnTo>
                <a:lnTo>
                  <a:pt x="1155754" y="1156230"/>
                </a:lnTo>
                <a:lnTo>
                  <a:pt x="1153963" y="1159831"/>
                </a:lnTo>
                <a:lnTo>
                  <a:pt x="1146610" y="1152392"/>
                </a:lnTo>
                <a:lnTo>
                  <a:pt x="1145476" y="1167946"/>
                </a:lnTo>
                <a:lnTo>
                  <a:pt x="1139228" y="1161412"/>
                </a:lnTo>
                <a:lnTo>
                  <a:pt x="1133113" y="1167574"/>
                </a:lnTo>
                <a:lnTo>
                  <a:pt x="1133608" y="1154716"/>
                </a:lnTo>
                <a:close/>
                <a:moveTo>
                  <a:pt x="1149220" y="914219"/>
                </a:moveTo>
                <a:lnTo>
                  <a:pt x="1151134" y="906161"/>
                </a:lnTo>
                <a:lnTo>
                  <a:pt x="1165936" y="899370"/>
                </a:lnTo>
                <a:lnTo>
                  <a:pt x="1156821" y="915648"/>
                </a:lnTo>
                <a:lnTo>
                  <a:pt x="1149058" y="916724"/>
                </a:lnTo>
                <a:close/>
                <a:moveTo>
                  <a:pt x="1108853" y="1157726"/>
                </a:moveTo>
                <a:lnTo>
                  <a:pt x="1112396" y="1162031"/>
                </a:lnTo>
                <a:lnTo>
                  <a:pt x="1108158" y="1158973"/>
                </a:lnTo>
                <a:close/>
                <a:moveTo>
                  <a:pt x="1097813" y="1156392"/>
                </a:moveTo>
                <a:lnTo>
                  <a:pt x="1104929" y="1154763"/>
                </a:lnTo>
                <a:lnTo>
                  <a:pt x="1097728" y="1157783"/>
                </a:lnTo>
                <a:close/>
                <a:moveTo>
                  <a:pt x="1088260" y="1162650"/>
                </a:moveTo>
                <a:lnTo>
                  <a:pt x="1091927" y="1158564"/>
                </a:lnTo>
                <a:lnTo>
                  <a:pt x="1102462" y="1168070"/>
                </a:lnTo>
                <a:lnTo>
                  <a:pt x="1087336" y="1163050"/>
                </a:lnTo>
                <a:close/>
                <a:moveTo>
                  <a:pt x="1064524" y="1173499"/>
                </a:moveTo>
                <a:lnTo>
                  <a:pt x="1072667" y="1171108"/>
                </a:lnTo>
                <a:lnTo>
                  <a:pt x="1070419" y="1180395"/>
                </a:lnTo>
                <a:lnTo>
                  <a:pt x="1064419" y="1173613"/>
                </a:lnTo>
                <a:close/>
                <a:moveTo>
                  <a:pt x="1136742" y="544801"/>
                </a:moveTo>
                <a:lnTo>
                  <a:pt x="1146239" y="542325"/>
                </a:lnTo>
                <a:lnTo>
                  <a:pt x="1147277" y="548535"/>
                </a:lnTo>
                <a:lnTo>
                  <a:pt x="1135885" y="545163"/>
                </a:lnTo>
                <a:close/>
                <a:moveTo>
                  <a:pt x="1043302" y="1205922"/>
                </a:moveTo>
                <a:lnTo>
                  <a:pt x="1062666" y="1212866"/>
                </a:lnTo>
                <a:lnTo>
                  <a:pt x="1057780" y="1215733"/>
                </a:lnTo>
                <a:lnTo>
                  <a:pt x="1041921" y="1207627"/>
                </a:lnTo>
                <a:close/>
                <a:moveTo>
                  <a:pt x="955224" y="1210694"/>
                </a:moveTo>
                <a:lnTo>
                  <a:pt x="959691" y="1210227"/>
                </a:lnTo>
                <a:lnTo>
                  <a:pt x="954348" y="1211342"/>
                </a:lnTo>
                <a:close/>
                <a:moveTo>
                  <a:pt x="938965" y="1215742"/>
                </a:moveTo>
                <a:lnTo>
                  <a:pt x="951929" y="1215933"/>
                </a:lnTo>
                <a:lnTo>
                  <a:pt x="939184" y="1216628"/>
                </a:lnTo>
                <a:close/>
                <a:moveTo>
                  <a:pt x="927554" y="1215733"/>
                </a:moveTo>
                <a:lnTo>
                  <a:pt x="937946" y="1218238"/>
                </a:lnTo>
                <a:lnTo>
                  <a:pt x="927544" y="1215942"/>
                </a:lnTo>
                <a:close/>
                <a:moveTo>
                  <a:pt x="921315" y="1201703"/>
                </a:moveTo>
                <a:lnTo>
                  <a:pt x="930526" y="1199969"/>
                </a:lnTo>
                <a:lnTo>
                  <a:pt x="926687" y="1203417"/>
                </a:lnTo>
                <a:lnTo>
                  <a:pt x="933269" y="1207732"/>
                </a:lnTo>
                <a:lnTo>
                  <a:pt x="924087" y="1212647"/>
                </a:lnTo>
                <a:lnTo>
                  <a:pt x="925439" y="1203941"/>
                </a:lnTo>
                <a:lnTo>
                  <a:pt x="921163" y="1202160"/>
                </a:lnTo>
                <a:close/>
                <a:moveTo>
                  <a:pt x="902408" y="1206113"/>
                </a:moveTo>
                <a:lnTo>
                  <a:pt x="910009" y="1201826"/>
                </a:lnTo>
                <a:lnTo>
                  <a:pt x="920848" y="1211304"/>
                </a:lnTo>
                <a:lnTo>
                  <a:pt x="910533" y="1215571"/>
                </a:lnTo>
                <a:lnTo>
                  <a:pt x="901675" y="1207579"/>
                </a:lnTo>
                <a:close/>
                <a:moveTo>
                  <a:pt x="896264" y="1216771"/>
                </a:moveTo>
                <a:lnTo>
                  <a:pt x="901208" y="1218819"/>
                </a:lnTo>
                <a:lnTo>
                  <a:pt x="896093" y="1217943"/>
                </a:lnTo>
                <a:close/>
                <a:moveTo>
                  <a:pt x="935193" y="761076"/>
                </a:moveTo>
                <a:lnTo>
                  <a:pt x="956443" y="765258"/>
                </a:lnTo>
                <a:lnTo>
                  <a:pt x="962644" y="757752"/>
                </a:lnTo>
                <a:lnTo>
                  <a:pt x="984018" y="753656"/>
                </a:lnTo>
                <a:lnTo>
                  <a:pt x="984933" y="762305"/>
                </a:lnTo>
                <a:lnTo>
                  <a:pt x="998744" y="767048"/>
                </a:lnTo>
                <a:lnTo>
                  <a:pt x="998144" y="794033"/>
                </a:lnTo>
                <a:lnTo>
                  <a:pt x="980799" y="795861"/>
                </a:lnTo>
                <a:lnTo>
                  <a:pt x="973417" y="802786"/>
                </a:lnTo>
                <a:lnTo>
                  <a:pt x="936984" y="772106"/>
                </a:lnTo>
                <a:lnTo>
                  <a:pt x="934717" y="761114"/>
                </a:lnTo>
                <a:close/>
                <a:moveTo>
                  <a:pt x="816483" y="1250566"/>
                </a:moveTo>
                <a:lnTo>
                  <a:pt x="846496" y="1245813"/>
                </a:lnTo>
                <a:lnTo>
                  <a:pt x="857650" y="1229316"/>
                </a:lnTo>
                <a:lnTo>
                  <a:pt x="866146" y="1234678"/>
                </a:lnTo>
                <a:lnTo>
                  <a:pt x="867889" y="1229916"/>
                </a:lnTo>
                <a:lnTo>
                  <a:pt x="854183" y="1220353"/>
                </a:lnTo>
                <a:lnTo>
                  <a:pt x="865222" y="1211475"/>
                </a:lnTo>
                <a:lnTo>
                  <a:pt x="877795" y="1211075"/>
                </a:lnTo>
                <a:lnTo>
                  <a:pt x="879481" y="1221467"/>
                </a:lnTo>
                <a:lnTo>
                  <a:pt x="889159" y="1213571"/>
                </a:lnTo>
                <a:lnTo>
                  <a:pt x="893331" y="1216762"/>
                </a:lnTo>
                <a:lnTo>
                  <a:pt x="893226" y="1223867"/>
                </a:lnTo>
                <a:lnTo>
                  <a:pt x="878110" y="1233268"/>
                </a:lnTo>
                <a:lnTo>
                  <a:pt x="898617" y="1227630"/>
                </a:lnTo>
                <a:lnTo>
                  <a:pt x="865432" y="1251204"/>
                </a:lnTo>
                <a:lnTo>
                  <a:pt x="852773" y="1248127"/>
                </a:lnTo>
                <a:lnTo>
                  <a:pt x="825351" y="1257281"/>
                </a:lnTo>
                <a:lnTo>
                  <a:pt x="816416" y="1251071"/>
                </a:lnTo>
                <a:close/>
                <a:moveTo>
                  <a:pt x="995001" y="366951"/>
                </a:moveTo>
                <a:lnTo>
                  <a:pt x="1072324" y="331994"/>
                </a:lnTo>
                <a:lnTo>
                  <a:pt x="1115778" y="321069"/>
                </a:lnTo>
                <a:lnTo>
                  <a:pt x="1138438" y="326203"/>
                </a:lnTo>
                <a:lnTo>
                  <a:pt x="1134047" y="326250"/>
                </a:lnTo>
                <a:lnTo>
                  <a:pt x="1128351" y="346624"/>
                </a:lnTo>
                <a:lnTo>
                  <a:pt x="1120264" y="350939"/>
                </a:lnTo>
                <a:lnTo>
                  <a:pt x="1125464" y="351292"/>
                </a:lnTo>
                <a:lnTo>
                  <a:pt x="1128436" y="361274"/>
                </a:lnTo>
                <a:lnTo>
                  <a:pt x="1184815" y="371589"/>
                </a:lnTo>
                <a:lnTo>
                  <a:pt x="1197197" y="355463"/>
                </a:lnTo>
                <a:lnTo>
                  <a:pt x="1211332" y="359064"/>
                </a:lnTo>
                <a:lnTo>
                  <a:pt x="1197102" y="345605"/>
                </a:lnTo>
                <a:lnTo>
                  <a:pt x="1185386" y="348091"/>
                </a:lnTo>
                <a:lnTo>
                  <a:pt x="1187929" y="336166"/>
                </a:lnTo>
                <a:lnTo>
                  <a:pt x="1169460" y="308715"/>
                </a:lnTo>
                <a:lnTo>
                  <a:pt x="1174861" y="302390"/>
                </a:lnTo>
                <a:lnTo>
                  <a:pt x="1179709" y="304448"/>
                </a:lnTo>
                <a:lnTo>
                  <a:pt x="1186253" y="316363"/>
                </a:lnTo>
                <a:lnTo>
                  <a:pt x="1183491" y="325803"/>
                </a:lnTo>
                <a:lnTo>
                  <a:pt x="1197740" y="342405"/>
                </a:lnTo>
                <a:lnTo>
                  <a:pt x="1204855" y="337442"/>
                </a:lnTo>
                <a:lnTo>
                  <a:pt x="1189501" y="321326"/>
                </a:lnTo>
                <a:lnTo>
                  <a:pt x="1201798" y="303162"/>
                </a:lnTo>
                <a:lnTo>
                  <a:pt x="1193273" y="297256"/>
                </a:lnTo>
                <a:lnTo>
                  <a:pt x="1164555" y="298094"/>
                </a:lnTo>
                <a:lnTo>
                  <a:pt x="1141447" y="286188"/>
                </a:lnTo>
                <a:lnTo>
                  <a:pt x="1134580" y="247926"/>
                </a:lnTo>
                <a:lnTo>
                  <a:pt x="1085612" y="191472"/>
                </a:lnTo>
                <a:lnTo>
                  <a:pt x="1070400" y="183852"/>
                </a:lnTo>
                <a:lnTo>
                  <a:pt x="1086279" y="177746"/>
                </a:lnTo>
                <a:lnTo>
                  <a:pt x="1094222" y="148552"/>
                </a:lnTo>
                <a:lnTo>
                  <a:pt x="1146172" y="153667"/>
                </a:lnTo>
                <a:lnTo>
                  <a:pt x="1163498" y="144656"/>
                </a:lnTo>
                <a:lnTo>
                  <a:pt x="1177842" y="128292"/>
                </a:lnTo>
                <a:lnTo>
                  <a:pt x="1187377" y="95602"/>
                </a:lnTo>
                <a:lnTo>
                  <a:pt x="1220419" y="62513"/>
                </a:lnTo>
                <a:lnTo>
                  <a:pt x="1234526" y="66713"/>
                </a:lnTo>
                <a:lnTo>
                  <a:pt x="1247280" y="62074"/>
                </a:lnTo>
                <a:lnTo>
                  <a:pt x="1290828" y="30270"/>
                </a:lnTo>
                <a:lnTo>
                  <a:pt x="1302906" y="37538"/>
                </a:lnTo>
                <a:lnTo>
                  <a:pt x="1323194" y="33480"/>
                </a:lnTo>
                <a:lnTo>
                  <a:pt x="1355598" y="0"/>
                </a:lnTo>
                <a:lnTo>
                  <a:pt x="1368352" y="13297"/>
                </a:lnTo>
                <a:lnTo>
                  <a:pt x="1379230" y="14078"/>
                </a:lnTo>
                <a:lnTo>
                  <a:pt x="1379877" y="21031"/>
                </a:lnTo>
                <a:lnTo>
                  <a:pt x="1368428" y="29280"/>
                </a:lnTo>
                <a:lnTo>
                  <a:pt x="1369666" y="37195"/>
                </a:lnTo>
                <a:lnTo>
                  <a:pt x="1380249" y="35833"/>
                </a:lnTo>
                <a:lnTo>
                  <a:pt x="1392107" y="15659"/>
                </a:lnTo>
                <a:lnTo>
                  <a:pt x="1402890" y="25698"/>
                </a:lnTo>
                <a:lnTo>
                  <a:pt x="1402985" y="38633"/>
                </a:lnTo>
                <a:lnTo>
                  <a:pt x="1412538" y="42805"/>
                </a:lnTo>
                <a:lnTo>
                  <a:pt x="1419673" y="34433"/>
                </a:lnTo>
                <a:lnTo>
                  <a:pt x="1435551" y="31709"/>
                </a:lnTo>
                <a:lnTo>
                  <a:pt x="1460487" y="38214"/>
                </a:lnTo>
                <a:lnTo>
                  <a:pt x="1454972" y="51092"/>
                </a:lnTo>
                <a:lnTo>
                  <a:pt x="1473908" y="57188"/>
                </a:lnTo>
                <a:lnTo>
                  <a:pt x="1469869" y="66075"/>
                </a:lnTo>
                <a:lnTo>
                  <a:pt x="1485719" y="69666"/>
                </a:lnTo>
                <a:lnTo>
                  <a:pt x="1492796" y="63122"/>
                </a:lnTo>
                <a:lnTo>
                  <a:pt x="1503436" y="60912"/>
                </a:lnTo>
                <a:lnTo>
                  <a:pt x="1507646" y="65989"/>
                </a:lnTo>
                <a:lnTo>
                  <a:pt x="1529477" y="56826"/>
                </a:lnTo>
                <a:lnTo>
                  <a:pt x="1551080" y="62065"/>
                </a:lnTo>
                <a:lnTo>
                  <a:pt x="1556756" y="70209"/>
                </a:lnTo>
                <a:lnTo>
                  <a:pt x="1564081" y="66685"/>
                </a:lnTo>
                <a:lnTo>
                  <a:pt x="1575645" y="75886"/>
                </a:lnTo>
                <a:lnTo>
                  <a:pt x="1621517" y="73323"/>
                </a:lnTo>
                <a:lnTo>
                  <a:pt x="1646120" y="85058"/>
                </a:lnTo>
                <a:lnTo>
                  <a:pt x="1686620" y="64999"/>
                </a:lnTo>
                <a:lnTo>
                  <a:pt x="1749485" y="90554"/>
                </a:lnTo>
                <a:lnTo>
                  <a:pt x="1881683" y="757285"/>
                </a:lnTo>
                <a:lnTo>
                  <a:pt x="1899942" y="760057"/>
                </a:lnTo>
                <a:lnTo>
                  <a:pt x="1900838" y="753285"/>
                </a:lnTo>
                <a:lnTo>
                  <a:pt x="1919564" y="758771"/>
                </a:lnTo>
                <a:lnTo>
                  <a:pt x="1927336" y="745607"/>
                </a:lnTo>
                <a:lnTo>
                  <a:pt x="1948748" y="739531"/>
                </a:lnTo>
                <a:lnTo>
                  <a:pt x="1948672" y="759371"/>
                </a:lnTo>
                <a:lnTo>
                  <a:pt x="1969056" y="768344"/>
                </a:lnTo>
                <a:lnTo>
                  <a:pt x="1974247" y="777478"/>
                </a:lnTo>
                <a:lnTo>
                  <a:pt x="2019833" y="805891"/>
                </a:lnTo>
                <a:lnTo>
                  <a:pt x="2028844" y="829046"/>
                </a:lnTo>
                <a:lnTo>
                  <a:pt x="2049513" y="804682"/>
                </a:lnTo>
                <a:lnTo>
                  <a:pt x="2058210" y="801872"/>
                </a:lnTo>
                <a:lnTo>
                  <a:pt x="2056219" y="779602"/>
                </a:lnTo>
                <a:lnTo>
                  <a:pt x="2063591" y="773163"/>
                </a:lnTo>
                <a:lnTo>
                  <a:pt x="2058038" y="768944"/>
                </a:lnTo>
                <a:lnTo>
                  <a:pt x="2085013" y="746350"/>
                </a:lnTo>
                <a:lnTo>
                  <a:pt x="2095710" y="751027"/>
                </a:lnTo>
                <a:lnTo>
                  <a:pt x="2105654" y="758228"/>
                </a:lnTo>
                <a:lnTo>
                  <a:pt x="2105901" y="768534"/>
                </a:lnTo>
                <a:lnTo>
                  <a:pt x="2113940" y="777364"/>
                </a:lnTo>
                <a:lnTo>
                  <a:pt x="2123827" y="776859"/>
                </a:lnTo>
                <a:lnTo>
                  <a:pt x="2147878" y="799243"/>
                </a:lnTo>
                <a:lnTo>
                  <a:pt x="2165747" y="803786"/>
                </a:lnTo>
                <a:lnTo>
                  <a:pt x="2189074" y="819321"/>
                </a:lnTo>
                <a:lnTo>
                  <a:pt x="2186978" y="823284"/>
                </a:lnTo>
                <a:lnTo>
                  <a:pt x="2258558" y="890264"/>
                </a:lnTo>
                <a:lnTo>
                  <a:pt x="2256844" y="900084"/>
                </a:lnTo>
                <a:lnTo>
                  <a:pt x="2270055" y="899170"/>
                </a:lnTo>
                <a:lnTo>
                  <a:pt x="2271179" y="912028"/>
                </a:lnTo>
                <a:lnTo>
                  <a:pt x="2282219" y="913457"/>
                </a:lnTo>
                <a:lnTo>
                  <a:pt x="2288581" y="927240"/>
                </a:lnTo>
                <a:lnTo>
                  <a:pt x="2297887" y="922982"/>
                </a:lnTo>
                <a:lnTo>
                  <a:pt x="2334158" y="929040"/>
                </a:lnTo>
                <a:lnTo>
                  <a:pt x="2353389" y="939517"/>
                </a:lnTo>
                <a:lnTo>
                  <a:pt x="2366067" y="936231"/>
                </a:lnTo>
                <a:lnTo>
                  <a:pt x="2372839" y="942623"/>
                </a:lnTo>
                <a:lnTo>
                  <a:pt x="2373373" y="961282"/>
                </a:lnTo>
                <a:lnTo>
                  <a:pt x="2392709" y="991762"/>
                </a:lnTo>
                <a:lnTo>
                  <a:pt x="2380326" y="1038787"/>
                </a:lnTo>
                <a:lnTo>
                  <a:pt x="2366143" y="1037034"/>
                </a:lnTo>
                <a:lnTo>
                  <a:pt x="2351342" y="1014060"/>
                </a:lnTo>
                <a:lnTo>
                  <a:pt x="2357628" y="1003487"/>
                </a:lnTo>
                <a:lnTo>
                  <a:pt x="2346265" y="976646"/>
                </a:lnTo>
                <a:lnTo>
                  <a:pt x="2327072" y="961292"/>
                </a:lnTo>
                <a:lnTo>
                  <a:pt x="2348274" y="985295"/>
                </a:lnTo>
                <a:lnTo>
                  <a:pt x="2354132" y="1002154"/>
                </a:lnTo>
                <a:lnTo>
                  <a:pt x="2348503" y="998258"/>
                </a:lnTo>
                <a:lnTo>
                  <a:pt x="2351475" y="1006764"/>
                </a:lnTo>
                <a:lnTo>
                  <a:pt x="2346712" y="1015641"/>
                </a:lnTo>
                <a:lnTo>
                  <a:pt x="2341712" y="1012936"/>
                </a:lnTo>
                <a:lnTo>
                  <a:pt x="2342378" y="1001801"/>
                </a:lnTo>
                <a:lnTo>
                  <a:pt x="2337225" y="1015422"/>
                </a:lnTo>
                <a:lnTo>
                  <a:pt x="2315556" y="1006154"/>
                </a:lnTo>
                <a:lnTo>
                  <a:pt x="2319699" y="994229"/>
                </a:lnTo>
                <a:lnTo>
                  <a:pt x="2311165" y="974198"/>
                </a:lnTo>
                <a:lnTo>
                  <a:pt x="2305831" y="977189"/>
                </a:lnTo>
                <a:lnTo>
                  <a:pt x="2309584" y="1005011"/>
                </a:lnTo>
                <a:lnTo>
                  <a:pt x="2299221" y="1001639"/>
                </a:lnTo>
                <a:lnTo>
                  <a:pt x="2291229" y="990971"/>
                </a:lnTo>
                <a:lnTo>
                  <a:pt x="2297230" y="983475"/>
                </a:lnTo>
                <a:lnTo>
                  <a:pt x="2294172" y="956729"/>
                </a:lnTo>
                <a:lnTo>
                  <a:pt x="2287581" y="985266"/>
                </a:lnTo>
                <a:lnTo>
                  <a:pt x="2276037" y="972626"/>
                </a:lnTo>
                <a:lnTo>
                  <a:pt x="2271122" y="976827"/>
                </a:lnTo>
                <a:lnTo>
                  <a:pt x="2263854" y="965044"/>
                </a:lnTo>
                <a:lnTo>
                  <a:pt x="2268312" y="954262"/>
                </a:lnTo>
                <a:lnTo>
                  <a:pt x="2275951" y="955367"/>
                </a:lnTo>
                <a:lnTo>
                  <a:pt x="2270093" y="941889"/>
                </a:lnTo>
                <a:lnTo>
                  <a:pt x="2280161" y="947757"/>
                </a:lnTo>
                <a:lnTo>
                  <a:pt x="2277780" y="941918"/>
                </a:lnTo>
                <a:lnTo>
                  <a:pt x="2259911" y="934393"/>
                </a:lnTo>
                <a:lnTo>
                  <a:pt x="2257558" y="925611"/>
                </a:lnTo>
                <a:lnTo>
                  <a:pt x="2239337" y="915533"/>
                </a:lnTo>
                <a:lnTo>
                  <a:pt x="2239966" y="907342"/>
                </a:lnTo>
                <a:lnTo>
                  <a:pt x="2234756" y="911981"/>
                </a:lnTo>
                <a:lnTo>
                  <a:pt x="2211810" y="908228"/>
                </a:lnTo>
                <a:lnTo>
                  <a:pt x="2210019" y="899027"/>
                </a:lnTo>
                <a:lnTo>
                  <a:pt x="2217487" y="894674"/>
                </a:lnTo>
                <a:lnTo>
                  <a:pt x="2209505" y="894655"/>
                </a:lnTo>
                <a:lnTo>
                  <a:pt x="2204418" y="880377"/>
                </a:lnTo>
                <a:lnTo>
                  <a:pt x="2196722" y="879739"/>
                </a:lnTo>
                <a:lnTo>
                  <a:pt x="2194836" y="872509"/>
                </a:lnTo>
                <a:lnTo>
                  <a:pt x="2215610" y="874605"/>
                </a:lnTo>
                <a:lnTo>
                  <a:pt x="2194751" y="861365"/>
                </a:lnTo>
                <a:lnTo>
                  <a:pt x="2191074" y="867642"/>
                </a:lnTo>
                <a:lnTo>
                  <a:pt x="2172662" y="852764"/>
                </a:lnTo>
                <a:lnTo>
                  <a:pt x="2166576" y="828465"/>
                </a:lnTo>
                <a:lnTo>
                  <a:pt x="2166137" y="844286"/>
                </a:lnTo>
                <a:lnTo>
                  <a:pt x="2147364" y="846296"/>
                </a:lnTo>
                <a:lnTo>
                  <a:pt x="2098148" y="781079"/>
                </a:lnTo>
                <a:lnTo>
                  <a:pt x="2092519" y="781355"/>
                </a:lnTo>
                <a:lnTo>
                  <a:pt x="2105806" y="794871"/>
                </a:lnTo>
                <a:lnTo>
                  <a:pt x="2090261" y="785346"/>
                </a:lnTo>
                <a:lnTo>
                  <a:pt x="2102987" y="795176"/>
                </a:lnTo>
                <a:lnTo>
                  <a:pt x="2132971" y="854964"/>
                </a:lnTo>
                <a:lnTo>
                  <a:pt x="2122684" y="853916"/>
                </a:lnTo>
                <a:lnTo>
                  <a:pt x="2114864" y="844220"/>
                </a:lnTo>
                <a:lnTo>
                  <a:pt x="2097462" y="850563"/>
                </a:lnTo>
                <a:lnTo>
                  <a:pt x="2093004" y="833771"/>
                </a:lnTo>
                <a:lnTo>
                  <a:pt x="2076907" y="811016"/>
                </a:lnTo>
                <a:lnTo>
                  <a:pt x="2081308" y="826884"/>
                </a:lnTo>
                <a:lnTo>
                  <a:pt x="2067582" y="824046"/>
                </a:lnTo>
                <a:lnTo>
                  <a:pt x="2063286" y="815473"/>
                </a:lnTo>
                <a:lnTo>
                  <a:pt x="2061648" y="821750"/>
                </a:lnTo>
                <a:lnTo>
                  <a:pt x="2050132" y="820493"/>
                </a:lnTo>
                <a:lnTo>
                  <a:pt x="2069783" y="827799"/>
                </a:lnTo>
                <a:lnTo>
                  <a:pt x="2075621" y="833590"/>
                </a:lnTo>
                <a:lnTo>
                  <a:pt x="2072230" y="839629"/>
                </a:lnTo>
                <a:lnTo>
                  <a:pt x="2080822" y="833076"/>
                </a:lnTo>
                <a:lnTo>
                  <a:pt x="2091804" y="849401"/>
                </a:lnTo>
                <a:lnTo>
                  <a:pt x="2091099" y="855269"/>
                </a:lnTo>
                <a:lnTo>
                  <a:pt x="2085584" y="858955"/>
                </a:lnTo>
                <a:lnTo>
                  <a:pt x="2082155" y="855069"/>
                </a:lnTo>
                <a:lnTo>
                  <a:pt x="2082203" y="861041"/>
                </a:lnTo>
                <a:lnTo>
                  <a:pt x="2074821" y="862098"/>
                </a:lnTo>
                <a:lnTo>
                  <a:pt x="2073526" y="870290"/>
                </a:lnTo>
                <a:lnTo>
                  <a:pt x="2059410" y="859965"/>
                </a:lnTo>
                <a:lnTo>
                  <a:pt x="2028701" y="851059"/>
                </a:lnTo>
                <a:lnTo>
                  <a:pt x="2001222" y="826437"/>
                </a:lnTo>
                <a:lnTo>
                  <a:pt x="1933985" y="803977"/>
                </a:lnTo>
                <a:lnTo>
                  <a:pt x="1943729" y="790518"/>
                </a:lnTo>
                <a:lnTo>
                  <a:pt x="1936633" y="778088"/>
                </a:lnTo>
                <a:lnTo>
                  <a:pt x="1937471" y="765267"/>
                </a:lnTo>
                <a:lnTo>
                  <a:pt x="1932184" y="782660"/>
                </a:lnTo>
                <a:lnTo>
                  <a:pt x="1915420" y="796242"/>
                </a:lnTo>
                <a:lnTo>
                  <a:pt x="1872729" y="791023"/>
                </a:lnTo>
                <a:lnTo>
                  <a:pt x="1869853" y="788022"/>
                </a:lnTo>
                <a:lnTo>
                  <a:pt x="1876901" y="781202"/>
                </a:lnTo>
                <a:lnTo>
                  <a:pt x="1870377" y="770496"/>
                </a:lnTo>
                <a:lnTo>
                  <a:pt x="1864214" y="770820"/>
                </a:lnTo>
                <a:lnTo>
                  <a:pt x="1872663" y="780107"/>
                </a:lnTo>
                <a:lnTo>
                  <a:pt x="1865405" y="786117"/>
                </a:lnTo>
                <a:lnTo>
                  <a:pt x="1818008" y="784898"/>
                </a:lnTo>
                <a:lnTo>
                  <a:pt x="1771793" y="799290"/>
                </a:lnTo>
                <a:lnTo>
                  <a:pt x="1759687" y="815978"/>
                </a:lnTo>
                <a:lnTo>
                  <a:pt x="1763639" y="804710"/>
                </a:lnTo>
                <a:lnTo>
                  <a:pt x="1776403" y="794014"/>
                </a:lnTo>
                <a:lnTo>
                  <a:pt x="1743123" y="786317"/>
                </a:lnTo>
                <a:lnTo>
                  <a:pt x="1749552" y="782707"/>
                </a:lnTo>
                <a:lnTo>
                  <a:pt x="1741513" y="782117"/>
                </a:lnTo>
                <a:lnTo>
                  <a:pt x="1743723" y="769468"/>
                </a:lnTo>
                <a:lnTo>
                  <a:pt x="1732026" y="782241"/>
                </a:lnTo>
                <a:lnTo>
                  <a:pt x="1717291" y="773230"/>
                </a:lnTo>
                <a:lnTo>
                  <a:pt x="1704299" y="774163"/>
                </a:lnTo>
                <a:lnTo>
                  <a:pt x="1710928" y="763457"/>
                </a:lnTo>
                <a:lnTo>
                  <a:pt x="1690345" y="776326"/>
                </a:lnTo>
                <a:lnTo>
                  <a:pt x="1700489" y="781707"/>
                </a:lnTo>
                <a:lnTo>
                  <a:pt x="1679781" y="790994"/>
                </a:lnTo>
                <a:lnTo>
                  <a:pt x="1685030" y="784565"/>
                </a:lnTo>
                <a:lnTo>
                  <a:pt x="1677781" y="784689"/>
                </a:lnTo>
                <a:lnTo>
                  <a:pt x="1680858" y="775097"/>
                </a:lnTo>
                <a:lnTo>
                  <a:pt x="1708804" y="763286"/>
                </a:lnTo>
                <a:lnTo>
                  <a:pt x="1706242" y="757037"/>
                </a:lnTo>
                <a:lnTo>
                  <a:pt x="1701194" y="763057"/>
                </a:lnTo>
                <a:lnTo>
                  <a:pt x="1704013" y="755447"/>
                </a:lnTo>
                <a:lnTo>
                  <a:pt x="1692392" y="763705"/>
                </a:lnTo>
                <a:lnTo>
                  <a:pt x="1697717" y="751675"/>
                </a:lnTo>
                <a:lnTo>
                  <a:pt x="1677143" y="760257"/>
                </a:lnTo>
                <a:lnTo>
                  <a:pt x="1675486" y="756818"/>
                </a:lnTo>
                <a:lnTo>
                  <a:pt x="1692573" y="745474"/>
                </a:lnTo>
                <a:lnTo>
                  <a:pt x="1670828" y="751846"/>
                </a:lnTo>
                <a:lnTo>
                  <a:pt x="1674971" y="732349"/>
                </a:lnTo>
                <a:lnTo>
                  <a:pt x="1686925" y="727481"/>
                </a:lnTo>
                <a:lnTo>
                  <a:pt x="1675609" y="729053"/>
                </a:lnTo>
                <a:lnTo>
                  <a:pt x="1664484" y="743807"/>
                </a:lnTo>
                <a:lnTo>
                  <a:pt x="1662008" y="728663"/>
                </a:lnTo>
                <a:lnTo>
                  <a:pt x="1658083" y="728739"/>
                </a:lnTo>
                <a:lnTo>
                  <a:pt x="1658693" y="743569"/>
                </a:lnTo>
                <a:lnTo>
                  <a:pt x="1653635" y="742007"/>
                </a:lnTo>
                <a:lnTo>
                  <a:pt x="1650683" y="749417"/>
                </a:lnTo>
                <a:lnTo>
                  <a:pt x="1646768" y="743950"/>
                </a:lnTo>
                <a:lnTo>
                  <a:pt x="1644425" y="747817"/>
                </a:lnTo>
                <a:lnTo>
                  <a:pt x="1642777" y="733882"/>
                </a:lnTo>
                <a:lnTo>
                  <a:pt x="1642986" y="752227"/>
                </a:lnTo>
                <a:lnTo>
                  <a:pt x="1636976" y="748151"/>
                </a:lnTo>
                <a:lnTo>
                  <a:pt x="1638605" y="755075"/>
                </a:lnTo>
                <a:lnTo>
                  <a:pt x="1624641" y="758238"/>
                </a:lnTo>
                <a:lnTo>
                  <a:pt x="1635757" y="722271"/>
                </a:lnTo>
                <a:lnTo>
                  <a:pt x="1625670" y="742521"/>
                </a:lnTo>
                <a:lnTo>
                  <a:pt x="1621727" y="738073"/>
                </a:lnTo>
                <a:lnTo>
                  <a:pt x="1613459" y="759333"/>
                </a:lnTo>
                <a:lnTo>
                  <a:pt x="1616897" y="767629"/>
                </a:lnTo>
                <a:lnTo>
                  <a:pt x="1620069" y="761133"/>
                </a:lnTo>
                <a:lnTo>
                  <a:pt x="1625927" y="761914"/>
                </a:lnTo>
                <a:lnTo>
                  <a:pt x="1619021" y="780955"/>
                </a:lnTo>
                <a:lnTo>
                  <a:pt x="1626994" y="772230"/>
                </a:lnTo>
                <a:lnTo>
                  <a:pt x="1633738" y="782936"/>
                </a:lnTo>
                <a:lnTo>
                  <a:pt x="1631833" y="795242"/>
                </a:lnTo>
                <a:lnTo>
                  <a:pt x="1625460" y="791394"/>
                </a:lnTo>
                <a:lnTo>
                  <a:pt x="1621812" y="798366"/>
                </a:lnTo>
                <a:lnTo>
                  <a:pt x="1636976" y="805644"/>
                </a:lnTo>
                <a:lnTo>
                  <a:pt x="1639348" y="815692"/>
                </a:lnTo>
                <a:lnTo>
                  <a:pt x="1625841" y="821236"/>
                </a:lnTo>
                <a:lnTo>
                  <a:pt x="1621269" y="806444"/>
                </a:lnTo>
                <a:lnTo>
                  <a:pt x="1618879" y="821084"/>
                </a:lnTo>
                <a:lnTo>
                  <a:pt x="1616088" y="816950"/>
                </a:lnTo>
                <a:lnTo>
                  <a:pt x="1612135" y="823608"/>
                </a:lnTo>
                <a:lnTo>
                  <a:pt x="1595399" y="821988"/>
                </a:lnTo>
                <a:lnTo>
                  <a:pt x="1595552" y="814645"/>
                </a:lnTo>
                <a:lnTo>
                  <a:pt x="1585608" y="831466"/>
                </a:lnTo>
                <a:lnTo>
                  <a:pt x="1582426" y="810635"/>
                </a:lnTo>
                <a:lnTo>
                  <a:pt x="1584350" y="820703"/>
                </a:lnTo>
                <a:lnTo>
                  <a:pt x="1577092" y="831913"/>
                </a:lnTo>
                <a:lnTo>
                  <a:pt x="1580740" y="841267"/>
                </a:lnTo>
                <a:lnTo>
                  <a:pt x="1572739" y="823703"/>
                </a:lnTo>
                <a:lnTo>
                  <a:pt x="1573073" y="846849"/>
                </a:lnTo>
                <a:lnTo>
                  <a:pt x="1562081" y="836457"/>
                </a:lnTo>
                <a:lnTo>
                  <a:pt x="1566062" y="844991"/>
                </a:lnTo>
                <a:lnTo>
                  <a:pt x="1550832" y="869842"/>
                </a:lnTo>
                <a:lnTo>
                  <a:pt x="1552204" y="850097"/>
                </a:lnTo>
                <a:lnTo>
                  <a:pt x="1546927" y="861517"/>
                </a:lnTo>
                <a:lnTo>
                  <a:pt x="1543879" y="852011"/>
                </a:lnTo>
                <a:lnTo>
                  <a:pt x="1540669" y="855345"/>
                </a:lnTo>
                <a:lnTo>
                  <a:pt x="1543193" y="862679"/>
                </a:lnTo>
                <a:lnTo>
                  <a:pt x="1530591" y="878834"/>
                </a:lnTo>
                <a:lnTo>
                  <a:pt x="1526086" y="874014"/>
                </a:lnTo>
                <a:lnTo>
                  <a:pt x="1523838" y="880834"/>
                </a:lnTo>
                <a:lnTo>
                  <a:pt x="1517171" y="881148"/>
                </a:lnTo>
                <a:lnTo>
                  <a:pt x="1513199" y="876195"/>
                </a:lnTo>
                <a:lnTo>
                  <a:pt x="1501197" y="885663"/>
                </a:lnTo>
                <a:lnTo>
                  <a:pt x="1492053" y="878796"/>
                </a:lnTo>
                <a:lnTo>
                  <a:pt x="1495092" y="866461"/>
                </a:lnTo>
                <a:lnTo>
                  <a:pt x="1521247" y="853326"/>
                </a:lnTo>
                <a:lnTo>
                  <a:pt x="1529248" y="837848"/>
                </a:lnTo>
                <a:lnTo>
                  <a:pt x="1508636" y="850421"/>
                </a:lnTo>
                <a:lnTo>
                  <a:pt x="1495320" y="842391"/>
                </a:lnTo>
                <a:lnTo>
                  <a:pt x="1513894" y="795147"/>
                </a:lnTo>
                <a:lnTo>
                  <a:pt x="1509008" y="770801"/>
                </a:lnTo>
                <a:lnTo>
                  <a:pt x="1544355" y="745798"/>
                </a:lnTo>
                <a:lnTo>
                  <a:pt x="1558395" y="757838"/>
                </a:lnTo>
                <a:lnTo>
                  <a:pt x="1566005" y="749770"/>
                </a:lnTo>
                <a:lnTo>
                  <a:pt x="1593666" y="757809"/>
                </a:lnTo>
                <a:lnTo>
                  <a:pt x="1554451" y="736644"/>
                </a:lnTo>
                <a:lnTo>
                  <a:pt x="1575578" y="713956"/>
                </a:lnTo>
                <a:lnTo>
                  <a:pt x="1568939" y="711032"/>
                </a:lnTo>
                <a:lnTo>
                  <a:pt x="1557223" y="730520"/>
                </a:lnTo>
                <a:lnTo>
                  <a:pt x="1533620" y="727386"/>
                </a:lnTo>
                <a:lnTo>
                  <a:pt x="1516599" y="746617"/>
                </a:lnTo>
                <a:lnTo>
                  <a:pt x="1497701" y="756856"/>
                </a:lnTo>
                <a:lnTo>
                  <a:pt x="1498340" y="771773"/>
                </a:lnTo>
                <a:lnTo>
                  <a:pt x="1492920" y="768972"/>
                </a:lnTo>
                <a:lnTo>
                  <a:pt x="1477451" y="787498"/>
                </a:lnTo>
                <a:lnTo>
                  <a:pt x="1480356" y="795661"/>
                </a:lnTo>
                <a:lnTo>
                  <a:pt x="1474184" y="803577"/>
                </a:lnTo>
                <a:lnTo>
                  <a:pt x="1462183" y="807825"/>
                </a:lnTo>
                <a:lnTo>
                  <a:pt x="1468850" y="819521"/>
                </a:lnTo>
                <a:lnTo>
                  <a:pt x="1464097" y="831075"/>
                </a:lnTo>
                <a:lnTo>
                  <a:pt x="1445228" y="835533"/>
                </a:lnTo>
                <a:lnTo>
                  <a:pt x="1443352" y="839029"/>
                </a:lnTo>
                <a:lnTo>
                  <a:pt x="1453810" y="838952"/>
                </a:lnTo>
                <a:lnTo>
                  <a:pt x="1445857" y="851926"/>
                </a:lnTo>
                <a:lnTo>
                  <a:pt x="1438485" y="851687"/>
                </a:lnTo>
                <a:lnTo>
                  <a:pt x="1436913" y="840467"/>
                </a:lnTo>
                <a:lnTo>
                  <a:pt x="1432541" y="857774"/>
                </a:lnTo>
                <a:lnTo>
                  <a:pt x="1425778" y="858726"/>
                </a:lnTo>
                <a:lnTo>
                  <a:pt x="1427064" y="866632"/>
                </a:lnTo>
                <a:lnTo>
                  <a:pt x="1412643" y="871757"/>
                </a:lnTo>
                <a:lnTo>
                  <a:pt x="1415853" y="874576"/>
                </a:lnTo>
                <a:lnTo>
                  <a:pt x="1407185" y="888359"/>
                </a:lnTo>
                <a:lnTo>
                  <a:pt x="1411014" y="897731"/>
                </a:lnTo>
                <a:lnTo>
                  <a:pt x="1428045" y="892940"/>
                </a:lnTo>
                <a:lnTo>
                  <a:pt x="1445095" y="908895"/>
                </a:lnTo>
                <a:lnTo>
                  <a:pt x="1414529" y="936079"/>
                </a:lnTo>
                <a:lnTo>
                  <a:pt x="1417558" y="943070"/>
                </a:lnTo>
                <a:lnTo>
                  <a:pt x="1410595" y="945442"/>
                </a:lnTo>
                <a:lnTo>
                  <a:pt x="1408938" y="961701"/>
                </a:lnTo>
                <a:lnTo>
                  <a:pt x="1403918" y="964978"/>
                </a:lnTo>
                <a:lnTo>
                  <a:pt x="1399346" y="960920"/>
                </a:lnTo>
                <a:lnTo>
                  <a:pt x="1394612" y="970150"/>
                </a:lnTo>
                <a:lnTo>
                  <a:pt x="1378858" y="970397"/>
                </a:lnTo>
                <a:lnTo>
                  <a:pt x="1375162" y="980665"/>
                </a:lnTo>
                <a:lnTo>
                  <a:pt x="1365199" y="983904"/>
                </a:lnTo>
                <a:lnTo>
                  <a:pt x="1366304" y="991343"/>
                </a:lnTo>
                <a:lnTo>
                  <a:pt x="1355112" y="986742"/>
                </a:lnTo>
                <a:lnTo>
                  <a:pt x="1349397" y="1003706"/>
                </a:lnTo>
                <a:lnTo>
                  <a:pt x="1337701" y="1001897"/>
                </a:lnTo>
                <a:lnTo>
                  <a:pt x="1337882" y="1011431"/>
                </a:lnTo>
                <a:lnTo>
                  <a:pt x="1331176" y="1008259"/>
                </a:lnTo>
                <a:lnTo>
                  <a:pt x="1317555" y="1018861"/>
                </a:lnTo>
                <a:lnTo>
                  <a:pt x="1325766" y="1021728"/>
                </a:lnTo>
                <a:lnTo>
                  <a:pt x="1315926" y="1043950"/>
                </a:lnTo>
                <a:lnTo>
                  <a:pt x="1307897" y="1043140"/>
                </a:lnTo>
                <a:lnTo>
                  <a:pt x="1304744" y="1049855"/>
                </a:lnTo>
                <a:lnTo>
                  <a:pt x="1301267" y="1044883"/>
                </a:lnTo>
                <a:lnTo>
                  <a:pt x="1290095" y="1058599"/>
                </a:lnTo>
                <a:lnTo>
                  <a:pt x="1280350" y="1051570"/>
                </a:lnTo>
                <a:lnTo>
                  <a:pt x="1274702" y="1062619"/>
                </a:lnTo>
                <a:lnTo>
                  <a:pt x="1278274" y="1068667"/>
                </a:lnTo>
                <a:lnTo>
                  <a:pt x="1269902" y="1069229"/>
                </a:lnTo>
                <a:lnTo>
                  <a:pt x="1266625" y="1063942"/>
                </a:lnTo>
                <a:lnTo>
                  <a:pt x="1253300" y="1070896"/>
                </a:lnTo>
                <a:lnTo>
                  <a:pt x="1263148" y="1072410"/>
                </a:lnTo>
                <a:lnTo>
                  <a:pt x="1261424" y="1078659"/>
                </a:lnTo>
                <a:lnTo>
                  <a:pt x="1252004" y="1074630"/>
                </a:lnTo>
                <a:lnTo>
                  <a:pt x="1251118" y="1079002"/>
                </a:lnTo>
                <a:lnTo>
                  <a:pt x="1240041" y="1078697"/>
                </a:lnTo>
                <a:lnTo>
                  <a:pt x="1236002" y="1086726"/>
                </a:lnTo>
                <a:lnTo>
                  <a:pt x="1247270" y="1091708"/>
                </a:lnTo>
                <a:lnTo>
                  <a:pt x="1241441" y="1096166"/>
                </a:lnTo>
                <a:lnTo>
                  <a:pt x="1250718" y="1095108"/>
                </a:lnTo>
                <a:lnTo>
                  <a:pt x="1238326" y="1107291"/>
                </a:lnTo>
                <a:lnTo>
                  <a:pt x="1235964" y="1103938"/>
                </a:lnTo>
                <a:lnTo>
                  <a:pt x="1236650" y="1112187"/>
                </a:lnTo>
                <a:lnTo>
                  <a:pt x="1230468" y="1101814"/>
                </a:lnTo>
                <a:lnTo>
                  <a:pt x="1226601" y="1114644"/>
                </a:lnTo>
                <a:lnTo>
                  <a:pt x="1219524" y="1110339"/>
                </a:lnTo>
                <a:lnTo>
                  <a:pt x="1216914" y="1115158"/>
                </a:lnTo>
                <a:lnTo>
                  <a:pt x="1197607" y="1118302"/>
                </a:lnTo>
                <a:lnTo>
                  <a:pt x="1195626" y="1124188"/>
                </a:lnTo>
                <a:lnTo>
                  <a:pt x="1191454" y="1116549"/>
                </a:lnTo>
                <a:lnTo>
                  <a:pt x="1186015" y="1137533"/>
                </a:lnTo>
                <a:lnTo>
                  <a:pt x="1180843" y="1136780"/>
                </a:lnTo>
                <a:lnTo>
                  <a:pt x="1185853" y="1135056"/>
                </a:lnTo>
                <a:lnTo>
                  <a:pt x="1187939" y="1122369"/>
                </a:lnTo>
                <a:lnTo>
                  <a:pt x="1179747" y="1117883"/>
                </a:lnTo>
                <a:lnTo>
                  <a:pt x="1163155" y="1130884"/>
                </a:lnTo>
                <a:lnTo>
                  <a:pt x="1153525" y="1129675"/>
                </a:lnTo>
                <a:lnTo>
                  <a:pt x="1148953" y="1142733"/>
                </a:lnTo>
                <a:lnTo>
                  <a:pt x="1144981" y="1135228"/>
                </a:lnTo>
                <a:lnTo>
                  <a:pt x="1138247" y="1137218"/>
                </a:lnTo>
                <a:lnTo>
                  <a:pt x="1142019" y="1143410"/>
                </a:lnTo>
                <a:lnTo>
                  <a:pt x="1132532" y="1137723"/>
                </a:lnTo>
                <a:lnTo>
                  <a:pt x="1118006" y="1148401"/>
                </a:lnTo>
                <a:lnTo>
                  <a:pt x="1106681" y="1146743"/>
                </a:lnTo>
                <a:lnTo>
                  <a:pt x="1114901" y="1129789"/>
                </a:lnTo>
                <a:lnTo>
                  <a:pt x="1105557" y="1127722"/>
                </a:lnTo>
                <a:lnTo>
                  <a:pt x="1090241" y="1155049"/>
                </a:lnTo>
                <a:lnTo>
                  <a:pt x="1083402" y="1153554"/>
                </a:lnTo>
                <a:lnTo>
                  <a:pt x="1086431" y="1161717"/>
                </a:lnTo>
                <a:lnTo>
                  <a:pt x="1081688" y="1164993"/>
                </a:lnTo>
                <a:lnTo>
                  <a:pt x="1078792" y="1158535"/>
                </a:lnTo>
                <a:lnTo>
                  <a:pt x="1074401" y="1167422"/>
                </a:lnTo>
                <a:lnTo>
                  <a:pt x="1064171" y="1164441"/>
                </a:lnTo>
                <a:lnTo>
                  <a:pt x="1062704" y="1159583"/>
                </a:lnTo>
                <a:lnTo>
                  <a:pt x="1067495" y="1159821"/>
                </a:lnTo>
                <a:lnTo>
                  <a:pt x="1060142" y="1145381"/>
                </a:lnTo>
                <a:lnTo>
                  <a:pt x="1055551" y="1150963"/>
                </a:lnTo>
                <a:lnTo>
                  <a:pt x="1059351" y="1169756"/>
                </a:lnTo>
                <a:lnTo>
                  <a:pt x="1047464" y="1171442"/>
                </a:lnTo>
                <a:lnTo>
                  <a:pt x="1042492" y="1159507"/>
                </a:lnTo>
                <a:lnTo>
                  <a:pt x="1034872" y="1157659"/>
                </a:lnTo>
                <a:lnTo>
                  <a:pt x="1039701" y="1169241"/>
                </a:lnTo>
                <a:lnTo>
                  <a:pt x="1024185" y="1178233"/>
                </a:lnTo>
                <a:lnTo>
                  <a:pt x="1033415" y="1181700"/>
                </a:lnTo>
                <a:lnTo>
                  <a:pt x="1035958" y="1189434"/>
                </a:lnTo>
                <a:lnTo>
                  <a:pt x="1024099" y="1181281"/>
                </a:lnTo>
                <a:lnTo>
                  <a:pt x="1013431" y="1189892"/>
                </a:lnTo>
                <a:lnTo>
                  <a:pt x="992676" y="1186167"/>
                </a:lnTo>
                <a:lnTo>
                  <a:pt x="976684" y="1197578"/>
                </a:lnTo>
                <a:lnTo>
                  <a:pt x="962530" y="1198074"/>
                </a:lnTo>
                <a:lnTo>
                  <a:pt x="956167" y="1183310"/>
                </a:lnTo>
                <a:lnTo>
                  <a:pt x="967102" y="1179081"/>
                </a:lnTo>
                <a:lnTo>
                  <a:pt x="976360" y="1163793"/>
                </a:lnTo>
                <a:lnTo>
                  <a:pt x="1010317" y="1156716"/>
                </a:lnTo>
                <a:lnTo>
                  <a:pt x="1020204" y="1158669"/>
                </a:lnTo>
                <a:lnTo>
                  <a:pt x="1026624" y="1172547"/>
                </a:lnTo>
                <a:lnTo>
                  <a:pt x="1027300" y="1166508"/>
                </a:lnTo>
                <a:lnTo>
                  <a:pt x="1031386" y="1168975"/>
                </a:lnTo>
                <a:lnTo>
                  <a:pt x="1030024" y="1154363"/>
                </a:lnTo>
                <a:lnTo>
                  <a:pt x="1048426" y="1152716"/>
                </a:lnTo>
                <a:lnTo>
                  <a:pt x="1049331" y="1146172"/>
                </a:lnTo>
                <a:lnTo>
                  <a:pt x="1060342" y="1138895"/>
                </a:lnTo>
                <a:lnTo>
                  <a:pt x="1063514" y="1142390"/>
                </a:lnTo>
                <a:lnTo>
                  <a:pt x="1062971" y="1134809"/>
                </a:lnTo>
                <a:lnTo>
                  <a:pt x="1099137" y="1106910"/>
                </a:lnTo>
                <a:lnTo>
                  <a:pt x="1139666" y="1101595"/>
                </a:lnTo>
                <a:lnTo>
                  <a:pt x="1139809" y="1110729"/>
                </a:lnTo>
                <a:lnTo>
                  <a:pt x="1133313" y="1113692"/>
                </a:lnTo>
                <a:lnTo>
                  <a:pt x="1138380" y="1122617"/>
                </a:lnTo>
                <a:lnTo>
                  <a:pt x="1144457" y="1123836"/>
                </a:lnTo>
                <a:lnTo>
                  <a:pt x="1140000" y="1111949"/>
                </a:lnTo>
                <a:lnTo>
                  <a:pt x="1160145" y="1122750"/>
                </a:lnTo>
                <a:lnTo>
                  <a:pt x="1162174" y="1116740"/>
                </a:lnTo>
                <a:lnTo>
                  <a:pt x="1148982" y="1105738"/>
                </a:lnTo>
                <a:lnTo>
                  <a:pt x="1161231" y="1084316"/>
                </a:lnTo>
                <a:lnTo>
                  <a:pt x="1219943" y="1048283"/>
                </a:lnTo>
                <a:lnTo>
                  <a:pt x="1230906" y="1053046"/>
                </a:lnTo>
                <a:lnTo>
                  <a:pt x="1231687" y="1039063"/>
                </a:lnTo>
                <a:lnTo>
                  <a:pt x="1244203" y="1021737"/>
                </a:lnTo>
                <a:lnTo>
                  <a:pt x="1269873" y="1000601"/>
                </a:lnTo>
                <a:lnTo>
                  <a:pt x="1276874" y="1005373"/>
                </a:lnTo>
                <a:lnTo>
                  <a:pt x="1272664" y="993953"/>
                </a:lnTo>
                <a:lnTo>
                  <a:pt x="1278874" y="961434"/>
                </a:lnTo>
                <a:lnTo>
                  <a:pt x="1288723" y="952395"/>
                </a:lnTo>
                <a:lnTo>
                  <a:pt x="1281694" y="948166"/>
                </a:lnTo>
                <a:lnTo>
                  <a:pt x="1282370" y="939432"/>
                </a:lnTo>
                <a:lnTo>
                  <a:pt x="1301877" y="916943"/>
                </a:lnTo>
                <a:lnTo>
                  <a:pt x="1307335" y="898007"/>
                </a:lnTo>
                <a:lnTo>
                  <a:pt x="1258519" y="921772"/>
                </a:lnTo>
                <a:lnTo>
                  <a:pt x="1245327" y="907047"/>
                </a:lnTo>
                <a:lnTo>
                  <a:pt x="1247613" y="892883"/>
                </a:lnTo>
                <a:lnTo>
                  <a:pt x="1238031" y="902017"/>
                </a:lnTo>
                <a:lnTo>
                  <a:pt x="1233630" y="914067"/>
                </a:lnTo>
                <a:lnTo>
                  <a:pt x="1238440" y="930021"/>
                </a:lnTo>
                <a:lnTo>
                  <a:pt x="1231249" y="936260"/>
                </a:lnTo>
                <a:lnTo>
                  <a:pt x="1224496" y="933374"/>
                </a:lnTo>
                <a:lnTo>
                  <a:pt x="1214095" y="907656"/>
                </a:lnTo>
                <a:lnTo>
                  <a:pt x="1205113" y="900836"/>
                </a:lnTo>
                <a:lnTo>
                  <a:pt x="1206675" y="894617"/>
                </a:lnTo>
                <a:lnTo>
                  <a:pt x="1194768" y="904723"/>
                </a:lnTo>
                <a:lnTo>
                  <a:pt x="1180433" y="890607"/>
                </a:lnTo>
                <a:lnTo>
                  <a:pt x="1181433" y="882139"/>
                </a:lnTo>
                <a:lnTo>
                  <a:pt x="1160831" y="897836"/>
                </a:lnTo>
                <a:lnTo>
                  <a:pt x="1154344" y="895655"/>
                </a:lnTo>
                <a:lnTo>
                  <a:pt x="1123760" y="914162"/>
                </a:lnTo>
                <a:lnTo>
                  <a:pt x="1120016" y="907418"/>
                </a:lnTo>
                <a:lnTo>
                  <a:pt x="1108834" y="905246"/>
                </a:lnTo>
                <a:lnTo>
                  <a:pt x="1120035" y="905304"/>
                </a:lnTo>
                <a:lnTo>
                  <a:pt x="1125007" y="897874"/>
                </a:lnTo>
                <a:lnTo>
                  <a:pt x="1125426" y="877624"/>
                </a:lnTo>
                <a:lnTo>
                  <a:pt x="1118673" y="860555"/>
                </a:lnTo>
                <a:lnTo>
                  <a:pt x="1133580" y="846134"/>
                </a:lnTo>
                <a:lnTo>
                  <a:pt x="1115282" y="794061"/>
                </a:lnTo>
                <a:lnTo>
                  <a:pt x="1107253" y="806767"/>
                </a:lnTo>
                <a:lnTo>
                  <a:pt x="1076735" y="814521"/>
                </a:lnTo>
                <a:lnTo>
                  <a:pt x="1055541" y="812606"/>
                </a:lnTo>
                <a:lnTo>
                  <a:pt x="1048683" y="808472"/>
                </a:lnTo>
                <a:lnTo>
                  <a:pt x="1050360" y="797957"/>
                </a:lnTo>
                <a:lnTo>
                  <a:pt x="1033596" y="772697"/>
                </a:lnTo>
                <a:lnTo>
                  <a:pt x="1019985" y="760247"/>
                </a:lnTo>
                <a:lnTo>
                  <a:pt x="1026852" y="753542"/>
                </a:lnTo>
                <a:lnTo>
                  <a:pt x="1012212" y="753018"/>
                </a:lnTo>
                <a:lnTo>
                  <a:pt x="1029157" y="740731"/>
                </a:lnTo>
                <a:lnTo>
                  <a:pt x="1034044" y="724862"/>
                </a:lnTo>
                <a:lnTo>
                  <a:pt x="1029119" y="726881"/>
                </a:lnTo>
                <a:lnTo>
                  <a:pt x="1024376" y="720442"/>
                </a:lnTo>
                <a:lnTo>
                  <a:pt x="1033882" y="715404"/>
                </a:lnTo>
                <a:lnTo>
                  <a:pt x="1023585" y="705326"/>
                </a:lnTo>
                <a:lnTo>
                  <a:pt x="1019004" y="712118"/>
                </a:lnTo>
                <a:lnTo>
                  <a:pt x="1012307" y="708603"/>
                </a:lnTo>
                <a:lnTo>
                  <a:pt x="1013308" y="696344"/>
                </a:lnTo>
                <a:lnTo>
                  <a:pt x="1004697" y="686686"/>
                </a:lnTo>
                <a:lnTo>
                  <a:pt x="1011650" y="679675"/>
                </a:lnTo>
                <a:lnTo>
                  <a:pt x="1007002" y="674570"/>
                </a:lnTo>
                <a:lnTo>
                  <a:pt x="998363" y="676180"/>
                </a:lnTo>
                <a:lnTo>
                  <a:pt x="1001363" y="661025"/>
                </a:lnTo>
                <a:lnTo>
                  <a:pt x="1000287" y="667674"/>
                </a:lnTo>
                <a:lnTo>
                  <a:pt x="1012003" y="666788"/>
                </a:lnTo>
                <a:lnTo>
                  <a:pt x="1004230" y="654901"/>
                </a:lnTo>
                <a:lnTo>
                  <a:pt x="1020013" y="655282"/>
                </a:lnTo>
                <a:lnTo>
                  <a:pt x="1019270" y="638318"/>
                </a:lnTo>
                <a:lnTo>
                  <a:pt x="1057065" y="599408"/>
                </a:lnTo>
                <a:lnTo>
                  <a:pt x="1061923" y="580873"/>
                </a:lnTo>
                <a:lnTo>
                  <a:pt x="1076725" y="563575"/>
                </a:lnTo>
                <a:lnTo>
                  <a:pt x="1089803" y="561965"/>
                </a:lnTo>
                <a:lnTo>
                  <a:pt x="1117006" y="581568"/>
                </a:lnTo>
                <a:lnTo>
                  <a:pt x="1134018" y="570548"/>
                </a:lnTo>
                <a:lnTo>
                  <a:pt x="1148734" y="549583"/>
                </a:lnTo>
                <a:lnTo>
                  <a:pt x="1156640" y="557374"/>
                </a:lnTo>
                <a:lnTo>
                  <a:pt x="1185805" y="556527"/>
                </a:lnTo>
                <a:lnTo>
                  <a:pt x="1200217" y="533752"/>
                </a:lnTo>
                <a:lnTo>
                  <a:pt x="1196588" y="503968"/>
                </a:lnTo>
                <a:lnTo>
                  <a:pt x="1181491" y="488556"/>
                </a:lnTo>
                <a:lnTo>
                  <a:pt x="1186015" y="481013"/>
                </a:lnTo>
                <a:lnTo>
                  <a:pt x="1197407" y="484499"/>
                </a:lnTo>
                <a:lnTo>
                  <a:pt x="1206236" y="469649"/>
                </a:lnTo>
                <a:lnTo>
                  <a:pt x="1195740" y="453142"/>
                </a:lnTo>
                <a:lnTo>
                  <a:pt x="1187110" y="464249"/>
                </a:lnTo>
                <a:lnTo>
                  <a:pt x="1179490" y="461458"/>
                </a:lnTo>
                <a:lnTo>
                  <a:pt x="1163069" y="467477"/>
                </a:lnTo>
                <a:lnTo>
                  <a:pt x="1140438" y="490690"/>
                </a:lnTo>
                <a:lnTo>
                  <a:pt x="1140019" y="477784"/>
                </a:lnTo>
                <a:lnTo>
                  <a:pt x="1131599" y="466325"/>
                </a:lnTo>
                <a:lnTo>
                  <a:pt x="1126807" y="469449"/>
                </a:lnTo>
                <a:lnTo>
                  <a:pt x="1134751" y="475631"/>
                </a:lnTo>
                <a:lnTo>
                  <a:pt x="1129884" y="483956"/>
                </a:lnTo>
                <a:lnTo>
                  <a:pt x="1123026" y="473573"/>
                </a:lnTo>
                <a:lnTo>
                  <a:pt x="1110644" y="468078"/>
                </a:lnTo>
                <a:lnTo>
                  <a:pt x="1072286" y="472392"/>
                </a:lnTo>
                <a:lnTo>
                  <a:pt x="1032462" y="450199"/>
                </a:lnTo>
                <a:lnTo>
                  <a:pt x="1034920" y="433311"/>
                </a:lnTo>
                <a:lnTo>
                  <a:pt x="1023414" y="412232"/>
                </a:lnTo>
                <a:lnTo>
                  <a:pt x="1031481" y="414718"/>
                </a:lnTo>
                <a:lnTo>
                  <a:pt x="1042216" y="403774"/>
                </a:lnTo>
                <a:lnTo>
                  <a:pt x="1010717" y="388353"/>
                </a:lnTo>
                <a:lnTo>
                  <a:pt x="994600" y="367979"/>
                </a:lnTo>
                <a:close/>
                <a:moveTo>
                  <a:pt x="757847" y="1271283"/>
                </a:moveTo>
                <a:lnTo>
                  <a:pt x="772344" y="1261043"/>
                </a:lnTo>
                <a:lnTo>
                  <a:pt x="775497" y="1251480"/>
                </a:lnTo>
                <a:lnTo>
                  <a:pt x="783927" y="1246613"/>
                </a:lnTo>
                <a:lnTo>
                  <a:pt x="794661" y="1249842"/>
                </a:lnTo>
                <a:lnTo>
                  <a:pt x="791928" y="1243774"/>
                </a:lnTo>
                <a:lnTo>
                  <a:pt x="798081" y="1234669"/>
                </a:lnTo>
                <a:lnTo>
                  <a:pt x="813797" y="1231363"/>
                </a:lnTo>
                <a:lnTo>
                  <a:pt x="822188" y="1236497"/>
                </a:lnTo>
                <a:lnTo>
                  <a:pt x="817436" y="1246108"/>
                </a:lnTo>
                <a:lnTo>
                  <a:pt x="797490" y="1251899"/>
                </a:lnTo>
                <a:lnTo>
                  <a:pt x="786594" y="1263425"/>
                </a:lnTo>
                <a:lnTo>
                  <a:pt x="755132" y="1273559"/>
                </a:lnTo>
                <a:close/>
                <a:moveTo>
                  <a:pt x="747141" y="1275569"/>
                </a:moveTo>
                <a:lnTo>
                  <a:pt x="752323" y="1273626"/>
                </a:lnTo>
                <a:lnTo>
                  <a:pt x="747131" y="1276874"/>
                </a:lnTo>
                <a:close/>
                <a:moveTo>
                  <a:pt x="729358" y="1255976"/>
                </a:moveTo>
                <a:lnTo>
                  <a:pt x="733873" y="1252804"/>
                </a:lnTo>
                <a:lnTo>
                  <a:pt x="729339" y="1256452"/>
                </a:lnTo>
                <a:close/>
                <a:moveTo>
                  <a:pt x="790689" y="997849"/>
                </a:moveTo>
                <a:lnTo>
                  <a:pt x="802748" y="1002201"/>
                </a:lnTo>
                <a:lnTo>
                  <a:pt x="797376" y="1005564"/>
                </a:lnTo>
                <a:lnTo>
                  <a:pt x="790766" y="998239"/>
                </a:lnTo>
                <a:close/>
                <a:moveTo>
                  <a:pt x="716747" y="1262729"/>
                </a:moveTo>
                <a:lnTo>
                  <a:pt x="731549" y="1265006"/>
                </a:lnTo>
                <a:lnTo>
                  <a:pt x="727300" y="1270702"/>
                </a:lnTo>
                <a:lnTo>
                  <a:pt x="716128" y="1263739"/>
                </a:lnTo>
                <a:close/>
                <a:moveTo>
                  <a:pt x="713061" y="1257671"/>
                </a:moveTo>
                <a:lnTo>
                  <a:pt x="718071" y="1258881"/>
                </a:lnTo>
                <a:lnTo>
                  <a:pt x="712851" y="1258443"/>
                </a:lnTo>
                <a:close/>
                <a:moveTo>
                  <a:pt x="706803" y="1269530"/>
                </a:moveTo>
                <a:lnTo>
                  <a:pt x="713289" y="1267682"/>
                </a:lnTo>
                <a:lnTo>
                  <a:pt x="706831" y="1269616"/>
                </a:lnTo>
                <a:close/>
                <a:moveTo>
                  <a:pt x="775907" y="952719"/>
                </a:moveTo>
                <a:lnTo>
                  <a:pt x="787289" y="951509"/>
                </a:lnTo>
                <a:lnTo>
                  <a:pt x="780431" y="956948"/>
                </a:lnTo>
                <a:lnTo>
                  <a:pt x="775830" y="953310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55" name="State - MT - Montana"/>
          <p:cNvSpPr/>
          <p:nvPr/>
        </p:nvSpPr>
        <p:spPr>
          <a:xfrm>
            <a:off x="3739429" y="1229944"/>
            <a:ext cx="1685639" cy="1071210"/>
          </a:xfrm>
          <a:custGeom>
            <a:avLst/>
            <a:gdLst/>
            <a:ahLst/>
            <a:cxnLst/>
            <a:rect l="l" t="t" r="r" b="b"/>
            <a:pathLst>
              <a:path w="1685639" h="1071210">
                <a:moveTo>
                  <a:pt x="44215" y="0"/>
                </a:moveTo>
                <a:lnTo>
                  <a:pt x="409470" y="73447"/>
                </a:lnTo>
                <a:lnTo>
                  <a:pt x="817969" y="141989"/>
                </a:lnTo>
                <a:lnTo>
                  <a:pt x="1222172" y="197072"/>
                </a:lnTo>
                <a:lnTo>
                  <a:pt x="1685639" y="244669"/>
                </a:lnTo>
                <a:lnTo>
                  <a:pt x="1616888" y="1071210"/>
                </a:lnTo>
                <a:lnTo>
                  <a:pt x="1176033" y="1027224"/>
                </a:lnTo>
                <a:lnTo>
                  <a:pt x="592674" y="945566"/>
                </a:lnTo>
                <a:lnTo>
                  <a:pt x="575862" y="1053408"/>
                </a:lnTo>
                <a:lnTo>
                  <a:pt x="567938" y="1050141"/>
                </a:lnTo>
                <a:lnTo>
                  <a:pt x="565966" y="1040330"/>
                </a:lnTo>
                <a:lnTo>
                  <a:pt x="553917" y="1029195"/>
                </a:lnTo>
                <a:lnTo>
                  <a:pt x="555565" y="1019537"/>
                </a:lnTo>
                <a:lnTo>
                  <a:pt x="536505" y="988581"/>
                </a:lnTo>
                <a:lnTo>
                  <a:pt x="530752" y="997029"/>
                </a:lnTo>
                <a:lnTo>
                  <a:pt x="519608" y="996429"/>
                </a:lnTo>
                <a:lnTo>
                  <a:pt x="520627" y="1004945"/>
                </a:lnTo>
                <a:lnTo>
                  <a:pt x="511083" y="1016317"/>
                </a:lnTo>
                <a:lnTo>
                  <a:pt x="516626" y="1030662"/>
                </a:lnTo>
                <a:lnTo>
                  <a:pt x="483318" y="1021042"/>
                </a:lnTo>
                <a:lnTo>
                  <a:pt x="464420" y="1028662"/>
                </a:lnTo>
                <a:lnTo>
                  <a:pt x="459162" y="1016184"/>
                </a:lnTo>
                <a:lnTo>
                  <a:pt x="423158" y="1019223"/>
                </a:lnTo>
                <a:lnTo>
                  <a:pt x="398650" y="1004907"/>
                </a:lnTo>
                <a:lnTo>
                  <a:pt x="387553" y="1009945"/>
                </a:lnTo>
                <a:lnTo>
                  <a:pt x="379571" y="1027119"/>
                </a:lnTo>
                <a:lnTo>
                  <a:pt x="333175" y="1007021"/>
                </a:lnTo>
                <a:lnTo>
                  <a:pt x="324117" y="1009650"/>
                </a:lnTo>
                <a:lnTo>
                  <a:pt x="313106" y="1020775"/>
                </a:lnTo>
                <a:lnTo>
                  <a:pt x="314801" y="1030529"/>
                </a:lnTo>
                <a:lnTo>
                  <a:pt x="307972" y="1033158"/>
                </a:lnTo>
                <a:lnTo>
                  <a:pt x="289693" y="1010583"/>
                </a:lnTo>
                <a:lnTo>
                  <a:pt x="291951" y="995048"/>
                </a:lnTo>
                <a:lnTo>
                  <a:pt x="283578" y="978732"/>
                </a:lnTo>
                <a:lnTo>
                  <a:pt x="289665" y="972683"/>
                </a:lnTo>
                <a:lnTo>
                  <a:pt x="283083" y="941051"/>
                </a:lnTo>
                <a:lnTo>
                  <a:pt x="268167" y="927687"/>
                </a:lnTo>
                <a:lnTo>
                  <a:pt x="253013" y="932983"/>
                </a:lnTo>
                <a:lnTo>
                  <a:pt x="239659" y="911562"/>
                </a:lnTo>
                <a:lnTo>
                  <a:pt x="236239" y="896464"/>
                </a:lnTo>
                <a:lnTo>
                  <a:pt x="244859" y="894331"/>
                </a:lnTo>
                <a:lnTo>
                  <a:pt x="247460" y="873738"/>
                </a:lnTo>
                <a:lnTo>
                  <a:pt x="238754" y="865584"/>
                </a:lnTo>
                <a:lnTo>
                  <a:pt x="241221" y="860755"/>
                </a:lnTo>
                <a:lnTo>
                  <a:pt x="232381" y="856259"/>
                </a:lnTo>
                <a:lnTo>
                  <a:pt x="231210" y="842734"/>
                </a:lnTo>
                <a:lnTo>
                  <a:pt x="221304" y="827599"/>
                </a:lnTo>
                <a:lnTo>
                  <a:pt x="216503" y="810568"/>
                </a:lnTo>
                <a:lnTo>
                  <a:pt x="219647" y="798347"/>
                </a:lnTo>
                <a:lnTo>
                  <a:pt x="214313" y="791937"/>
                </a:lnTo>
                <a:lnTo>
                  <a:pt x="219627" y="770982"/>
                </a:lnTo>
                <a:lnTo>
                  <a:pt x="210141" y="768858"/>
                </a:lnTo>
                <a:lnTo>
                  <a:pt x="217284" y="752961"/>
                </a:lnTo>
                <a:lnTo>
                  <a:pt x="204035" y="746227"/>
                </a:lnTo>
                <a:lnTo>
                  <a:pt x="202092" y="730158"/>
                </a:lnTo>
                <a:lnTo>
                  <a:pt x="191062" y="728034"/>
                </a:lnTo>
                <a:lnTo>
                  <a:pt x="189500" y="736664"/>
                </a:lnTo>
                <a:lnTo>
                  <a:pt x="176784" y="747541"/>
                </a:lnTo>
                <a:lnTo>
                  <a:pt x="159410" y="755761"/>
                </a:lnTo>
                <a:lnTo>
                  <a:pt x="151857" y="752332"/>
                </a:lnTo>
                <a:lnTo>
                  <a:pt x="146247" y="763915"/>
                </a:lnTo>
                <a:lnTo>
                  <a:pt x="136217" y="767648"/>
                </a:lnTo>
                <a:lnTo>
                  <a:pt x="122053" y="743236"/>
                </a:lnTo>
                <a:lnTo>
                  <a:pt x="108137" y="739550"/>
                </a:lnTo>
                <a:lnTo>
                  <a:pt x="110376" y="724767"/>
                </a:lnTo>
                <a:lnTo>
                  <a:pt x="119253" y="721947"/>
                </a:lnTo>
                <a:lnTo>
                  <a:pt x="122787" y="713232"/>
                </a:lnTo>
                <a:lnTo>
                  <a:pt x="115529" y="696830"/>
                </a:lnTo>
                <a:lnTo>
                  <a:pt x="125549" y="684562"/>
                </a:lnTo>
                <a:lnTo>
                  <a:pt x="141094" y="685019"/>
                </a:lnTo>
                <a:lnTo>
                  <a:pt x="145256" y="679666"/>
                </a:lnTo>
                <a:lnTo>
                  <a:pt x="141284" y="667569"/>
                </a:lnTo>
                <a:lnTo>
                  <a:pt x="145713" y="659501"/>
                </a:lnTo>
                <a:lnTo>
                  <a:pt x="136836" y="654606"/>
                </a:lnTo>
                <a:lnTo>
                  <a:pt x="134417" y="646052"/>
                </a:lnTo>
                <a:lnTo>
                  <a:pt x="143656" y="633822"/>
                </a:lnTo>
                <a:lnTo>
                  <a:pt x="136255" y="622802"/>
                </a:lnTo>
                <a:lnTo>
                  <a:pt x="148742" y="618544"/>
                </a:lnTo>
                <a:lnTo>
                  <a:pt x="149009" y="598808"/>
                </a:lnTo>
                <a:lnTo>
                  <a:pt x="156191" y="595865"/>
                </a:lnTo>
                <a:lnTo>
                  <a:pt x="160601" y="575720"/>
                </a:lnTo>
                <a:lnTo>
                  <a:pt x="169564" y="567099"/>
                </a:lnTo>
                <a:lnTo>
                  <a:pt x="167745" y="553555"/>
                </a:lnTo>
                <a:lnTo>
                  <a:pt x="177251" y="550916"/>
                </a:lnTo>
                <a:lnTo>
                  <a:pt x="185042" y="524113"/>
                </a:lnTo>
                <a:lnTo>
                  <a:pt x="144113" y="519398"/>
                </a:lnTo>
                <a:lnTo>
                  <a:pt x="145361" y="504692"/>
                </a:lnTo>
                <a:lnTo>
                  <a:pt x="136293" y="496148"/>
                </a:lnTo>
                <a:lnTo>
                  <a:pt x="124673" y="502939"/>
                </a:lnTo>
                <a:lnTo>
                  <a:pt x="127244" y="490566"/>
                </a:lnTo>
                <a:lnTo>
                  <a:pt x="107661" y="470649"/>
                </a:lnTo>
                <a:lnTo>
                  <a:pt x="111462" y="453552"/>
                </a:lnTo>
                <a:lnTo>
                  <a:pt x="102927" y="440388"/>
                </a:lnTo>
                <a:lnTo>
                  <a:pt x="96307" y="439550"/>
                </a:lnTo>
                <a:lnTo>
                  <a:pt x="88354" y="410099"/>
                </a:lnTo>
                <a:lnTo>
                  <a:pt x="70104" y="387982"/>
                </a:lnTo>
                <a:lnTo>
                  <a:pt x="70247" y="373942"/>
                </a:lnTo>
                <a:lnTo>
                  <a:pt x="48978" y="363779"/>
                </a:lnTo>
                <a:lnTo>
                  <a:pt x="39129" y="343748"/>
                </a:lnTo>
                <a:lnTo>
                  <a:pt x="16259" y="326860"/>
                </a:lnTo>
                <a:lnTo>
                  <a:pt x="36633" y="319326"/>
                </a:lnTo>
                <a:lnTo>
                  <a:pt x="29089" y="316687"/>
                </a:lnTo>
                <a:lnTo>
                  <a:pt x="29480" y="307600"/>
                </a:lnTo>
                <a:lnTo>
                  <a:pt x="22317" y="302828"/>
                </a:lnTo>
                <a:lnTo>
                  <a:pt x="32947" y="293218"/>
                </a:lnTo>
                <a:lnTo>
                  <a:pt x="32899" y="272929"/>
                </a:lnTo>
                <a:lnTo>
                  <a:pt x="20431" y="257566"/>
                </a:lnTo>
                <a:lnTo>
                  <a:pt x="20717" y="242545"/>
                </a:lnTo>
                <a:lnTo>
                  <a:pt x="0" y="206454"/>
                </a:lnTo>
                <a:lnTo>
                  <a:pt x="27794" y="76724"/>
                </a:lnTo>
                <a:close/>
              </a:path>
            </a:pathLst>
          </a:custGeom>
          <a:solidFill>
            <a:srgbClr val="E7F0F1"/>
          </a:solidFill>
          <a:ln w="1270">
            <a:solidFill>
              <a:srgbClr val="E7F0F1">
                <a:alpha val="0"/>
              </a:srgbClr>
            </a:solidFill>
            <a:prstDash val="solid"/>
          </a:ln>
        </p:spPr>
      </p:sp>
      <p:sp>
        <p:nvSpPr>
          <p:cNvPr id="56" name="State boundaries"/>
          <p:cNvSpPr/>
          <p:nvPr/>
        </p:nvSpPr>
        <p:spPr>
          <a:xfrm>
            <a:off x="2264359" y="1201103"/>
            <a:ext cx="8081267" cy="4356240"/>
          </a:xfrm>
          <a:custGeom>
            <a:avLst/>
            <a:gdLst/>
            <a:ahLst/>
            <a:cxnLst/>
            <a:rect l="l" t="t" r="r" b="b"/>
            <a:pathLst>
              <a:path w="8081267" h="4356240">
                <a:moveTo>
                  <a:pt x="5364261" y="2896133"/>
                </a:moveTo>
                <a:lnTo>
                  <a:pt x="5358889" y="2904458"/>
                </a:lnTo>
                <a:lnTo>
                  <a:pt x="5353402" y="2904773"/>
                </a:lnTo>
                <a:lnTo>
                  <a:pt x="5353012" y="2897238"/>
                </a:lnTo>
                <a:lnTo>
                  <a:pt x="5344096" y="2897753"/>
                </a:lnTo>
                <a:lnTo>
                  <a:pt x="5340220" y="2892219"/>
                </a:lnTo>
                <a:lnTo>
                  <a:pt x="5340753" y="2881274"/>
                </a:lnTo>
                <a:lnTo>
                  <a:pt x="5353040" y="2882322"/>
                </a:lnTo>
                <a:lnTo>
                  <a:pt x="5353012" y="2897238"/>
                </a:lnTo>
                <a:moveTo>
                  <a:pt x="5436699" y="4218842"/>
                </a:moveTo>
                <a:lnTo>
                  <a:pt x="5433946" y="4215879"/>
                </a:lnTo>
                <a:lnTo>
                  <a:pt x="5427726" y="4219251"/>
                </a:lnTo>
                <a:lnTo>
                  <a:pt x="5419715" y="4211117"/>
                </a:lnTo>
                <a:lnTo>
                  <a:pt x="5413867" y="4198020"/>
                </a:lnTo>
                <a:lnTo>
                  <a:pt x="5415601" y="4187114"/>
                </a:lnTo>
                <a:lnTo>
                  <a:pt x="5405018" y="4173893"/>
                </a:lnTo>
                <a:lnTo>
                  <a:pt x="5404428" y="4164320"/>
                </a:lnTo>
                <a:lnTo>
                  <a:pt x="5383130" y="4145899"/>
                </a:lnTo>
                <a:lnTo>
                  <a:pt x="5377063" y="4125906"/>
                </a:lnTo>
                <a:lnTo>
                  <a:pt x="5371471" y="4122677"/>
                </a:lnTo>
                <a:lnTo>
                  <a:pt x="5388569" y="4049811"/>
                </a:lnTo>
                <a:lnTo>
                  <a:pt x="5049631" y="4069737"/>
                </a:lnTo>
                <a:lnTo>
                  <a:pt x="5062795" y="4057679"/>
                </a:lnTo>
                <a:lnTo>
                  <a:pt x="5050441" y="4045125"/>
                </a:lnTo>
                <a:lnTo>
                  <a:pt x="5056327" y="4029770"/>
                </a:lnTo>
                <a:lnTo>
                  <a:pt x="5044135" y="4016359"/>
                </a:lnTo>
                <a:lnTo>
                  <a:pt x="5068453" y="4010520"/>
                </a:lnTo>
                <a:lnTo>
                  <a:pt x="5069319" y="4002757"/>
                </a:lnTo>
                <a:lnTo>
                  <a:pt x="5056422" y="3983403"/>
                </a:lnTo>
                <a:lnTo>
                  <a:pt x="5062337" y="3978678"/>
                </a:lnTo>
                <a:lnTo>
                  <a:pt x="5066395" y="3990327"/>
                </a:lnTo>
                <a:lnTo>
                  <a:pt x="5074101" y="3992099"/>
                </a:lnTo>
                <a:lnTo>
                  <a:pt x="5064824" y="3959647"/>
                </a:lnTo>
                <a:lnTo>
                  <a:pt x="5084969" y="3947293"/>
                </a:lnTo>
                <a:lnTo>
                  <a:pt x="5081702" y="3943140"/>
                </a:lnTo>
                <a:lnTo>
                  <a:pt x="5070167" y="3945703"/>
                </a:lnTo>
                <a:lnTo>
                  <a:pt x="5065004" y="3936959"/>
                </a:lnTo>
                <a:lnTo>
                  <a:pt x="5067995" y="3933673"/>
                </a:lnTo>
                <a:lnTo>
                  <a:pt x="5079082" y="3939997"/>
                </a:lnTo>
                <a:lnTo>
                  <a:pt x="5085302" y="3938083"/>
                </a:lnTo>
                <a:lnTo>
                  <a:pt x="5087703" y="3914489"/>
                </a:lnTo>
                <a:lnTo>
                  <a:pt x="5108781" y="3907412"/>
                </a:lnTo>
                <a:lnTo>
                  <a:pt x="5090179" y="3906431"/>
                </a:lnTo>
                <a:lnTo>
                  <a:pt x="5093208" y="3890258"/>
                </a:lnTo>
                <a:lnTo>
                  <a:pt x="5101800" y="3887048"/>
                </a:lnTo>
                <a:lnTo>
                  <a:pt x="5104247" y="3896430"/>
                </a:lnTo>
                <a:lnTo>
                  <a:pt x="5108943" y="3896639"/>
                </a:lnTo>
                <a:lnTo>
                  <a:pt x="5106295" y="3886295"/>
                </a:lnTo>
                <a:lnTo>
                  <a:pt x="5121031" y="3873970"/>
                </a:lnTo>
                <a:lnTo>
                  <a:pt x="5119792" y="3864054"/>
                </a:lnTo>
                <a:lnTo>
                  <a:pt x="5138366" y="3852358"/>
                </a:lnTo>
                <a:lnTo>
                  <a:pt x="5122774" y="3842480"/>
                </a:lnTo>
                <a:lnTo>
                  <a:pt x="5126536" y="3839356"/>
                </a:lnTo>
                <a:lnTo>
                  <a:pt x="5137271" y="3845804"/>
                </a:lnTo>
                <a:lnTo>
                  <a:pt x="5136718" y="3839670"/>
                </a:lnTo>
                <a:lnTo>
                  <a:pt x="5144672" y="3834374"/>
                </a:lnTo>
                <a:lnTo>
                  <a:pt x="5149063" y="3822421"/>
                </a:lnTo>
                <a:lnTo>
                  <a:pt x="5139823" y="3818630"/>
                </a:lnTo>
                <a:lnTo>
                  <a:pt x="5141185" y="3829698"/>
                </a:lnTo>
                <a:lnTo>
                  <a:pt x="5121869" y="3828917"/>
                </a:lnTo>
                <a:lnTo>
                  <a:pt x="5120954" y="3815505"/>
                </a:lnTo>
                <a:lnTo>
                  <a:pt x="5142376" y="3804866"/>
                </a:lnTo>
                <a:lnTo>
                  <a:pt x="5151187" y="3813400"/>
                </a:lnTo>
                <a:lnTo>
                  <a:pt x="5152225" y="3793579"/>
                </a:lnTo>
                <a:lnTo>
                  <a:pt x="5160226" y="3793865"/>
                </a:lnTo>
                <a:lnTo>
                  <a:pt x="5169589" y="3779225"/>
                </a:lnTo>
                <a:lnTo>
                  <a:pt x="5167170" y="3776101"/>
                </a:lnTo>
                <a:lnTo>
                  <a:pt x="5163455" y="3783387"/>
                </a:lnTo>
                <a:lnTo>
                  <a:pt x="5149091" y="3781092"/>
                </a:lnTo>
                <a:lnTo>
                  <a:pt x="5152339" y="3762994"/>
                </a:lnTo>
                <a:lnTo>
                  <a:pt x="5137804" y="3763985"/>
                </a:lnTo>
                <a:lnTo>
                  <a:pt x="5126307" y="3755203"/>
                </a:lnTo>
                <a:lnTo>
                  <a:pt x="5128803" y="3742153"/>
                </a:lnTo>
                <a:lnTo>
                  <a:pt x="5139823" y="3752974"/>
                </a:lnTo>
                <a:lnTo>
                  <a:pt x="5148120" y="3753098"/>
                </a:lnTo>
                <a:lnTo>
                  <a:pt x="5132375" y="3739010"/>
                </a:lnTo>
                <a:lnTo>
                  <a:pt x="5143462" y="3729390"/>
                </a:lnTo>
                <a:lnTo>
                  <a:pt x="5142328" y="3721360"/>
                </a:lnTo>
                <a:lnTo>
                  <a:pt x="5124545" y="3733971"/>
                </a:lnTo>
                <a:lnTo>
                  <a:pt x="5118725" y="3727733"/>
                </a:lnTo>
                <a:lnTo>
                  <a:pt x="5118697" y="3721837"/>
                </a:lnTo>
                <a:lnTo>
                  <a:pt x="5134423" y="3705254"/>
                </a:lnTo>
                <a:lnTo>
                  <a:pt x="5114687" y="3698167"/>
                </a:lnTo>
                <a:lnTo>
                  <a:pt x="5115306" y="3684603"/>
                </a:lnTo>
                <a:lnTo>
                  <a:pt x="5129822" y="3669935"/>
                </a:lnTo>
                <a:lnTo>
                  <a:pt x="5130622" y="3662753"/>
                </a:lnTo>
                <a:lnTo>
                  <a:pt x="5122497" y="3649266"/>
                </a:lnTo>
                <a:lnTo>
                  <a:pt x="5117582" y="3651466"/>
                </a:lnTo>
                <a:lnTo>
                  <a:pt x="5116716" y="3667077"/>
                </a:lnTo>
                <a:lnTo>
                  <a:pt x="5105019" y="3664706"/>
                </a:lnTo>
                <a:lnTo>
                  <a:pt x="5119392" y="3635635"/>
                </a:lnTo>
                <a:lnTo>
                  <a:pt x="5104524" y="3622186"/>
                </a:lnTo>
                <a:lnTo>
                  <a:pt x="5107448" y="3617966"/>
                </a:lnTo>
                <a:lnTo>
                  <a:pt x="5123821" y="3618662"/>
                </a:lnTo>
                <a:lnTo>
                  <a:pt x="5121297" y="3600898"/>
                </a:lnTo>
                <a:lnTo>
                  <a:pt x="5130308" y="3589477"/>
                </a:lnTo>
                <a:lnTo>
                  <a:pt x="5124517" y="3587125"/>
                </a:lnTo>
                <a:lnTo>
                  <a:pt x="5119707" y="3596183"/>
                </a:lnTo>
                <a:lnTo>
                  <a:pt x="5113096" y="3584496"/>
                </a:lnTo>
                <a:lnTo>
                  <a:pt x="5112553" y="3573932"/>
                </a:lnTo>
                <a:lnTo>
                  <a:pt x="5125736" y="3552463"/>
                </a:lnTo>
                <a:lnTo>
                  <a:pt x="5120707" y="3552463"/>
                </a:lnTo>
                <a:lnTo>
                  <a:pt x="5111125" y="3567998"/>
                </a:lnTo>
                <a:lnTo>
                  <a:pt x="5100276" y="3562683"/>
                </a:lnTo>
                <a:lnTo>
                  <a:pt x="5115458" y="3553558"/>
                </a:lnTo>
                <a:lnTo>
                  <a:pt x="5112372" y="3546005"/>
                </a:lnTo>
                <a:lnTo>
                  <a:pt x="5106057" y="3544529"/>
                </a:lnTo>
                <a:lnTo>
                  <a:pt x="5104514" y="3555387"/>
                </a:lnTo>
                <a:lnTo>
                  <a:pt x="5095656" y="3555292"/>
                </a:lnTo>
                <a:lnTo>
                  <a:pt x="5103190" y="3543014"/>
                </a:lnTo>
                <a:lnTo>
                  <a:pt x="5094694" y="3529813"/>
                </a:lnTo>
                <a:lnTo>
                  <a:pt x="5105981" y="3528155"/>
                </a:lnTo>
                <a:lnTo>
                  <a:pt x="5111991" y="3519554"/>
                </a:lnTo>
                <a:lnTo>
                  <a:pt x="5093894" y="3504276"/>
                </a:lnTo>
                <a:lnTo>
                  <a:pt x="5105514" y="3499428"/>
                </a:lnTo>
                <a:lnTo>
                  <a:pt x="5118554" y="3509096"/>
                </a:lnTo>
                <a:lnTo>
                  <a:pt x="5127479" y="3505371"/>
                </a:lnTo>
                <a:lnTo>
                  <a:pt x="5122812" y="3496866"/>
                </a:lnTo>
                <a:lnTo>
                  <a:pt x="5112982" y="3499323"/>
                </a:lnTo>
                <a:lnTo>
                  <a:pt x="5107238" y="3493970"/>
                </a:lnTo>
                <a:lnTo>
                  <a:pt x="5109991" y="3482988"/>
                </a:lnTo>
                <a:lnTo>
                  <a:pt x="5128517" y="3486112"/>
                </a:lnTo>
                <a:lnTo>
                  <a:pt x="5134156" y="3481778"/>
                </a:lnTo>
                <a:lnTo>
                  <a:pt x="5119240" y="3468681"/>
                </a:lnTo>
                <a:lnTo>
                  <a:pt x="5128822" y="3451546"/>
                </a:lnTo>
                <a:lnTo>
                  <a:pt x="5115563" y="3446202"/>
                </a:lnTo>
                <a:lnTo>
                  <a:pt x="5115125" y="3435696"/>
                </a:lnTo>
                <a:lnTo>
                  <a:pt x="5126927" y="3436649"/>
                </a:lnTo>
                <a:lnTo>
                  <a:pt x="5130098" y="3443440"/>
                </a:lnTo>
                <a:lnTo>
                  <a:pt x="5135775" y="3443840"/>
                </a:lnTo>
                <a:lnTo>
                  <a:pt x="5131660" y="3432419"/>
                </a:lnTo>
                <a:lnTo>
                  <a:pt x="5147910" y="3429876"/>
                </a:lnTo>
                <a:lnTo>
                  <a:pt x="5150977" y="3418313"/>
                </a:lnTo>
                <a:lnTo>
                  <a:pt x="5137556" y="3413065"/>
                </a:lnTo>
                <a:lnTo>
                  <a:pt x="5135651" y="3407473"/>
                </a:lnTo>
                <a:lnTo>
                  <a:pt x="5143376" y="3400997"/>
                </a:lnTo>
                <a:lnTo>
                  <a:pt x="5153349" y="3406350"/>
                </a:lnTo>
                <a:lnTo>
                  <a:pt x="5160912" y="3400825"/>
                </a:lnTo>
                <a:lnTo>
                  <a:pt x="5158969" y="3396434"/>
                </a:lnTo>
                <a:lnTo>
                  <a:pt x="5142748" y="3395062"/>
                </a:lnTo>
                <a:lnTo>
                  <a:pt x="5138071" y="3386318"/>
                </a:lnTo>
                <a:lnTo>
                  <a:pt x="5142452" y="3384213"/>
                </a:lnTo>
                <a:lnTo>
                  <a:pt x="5153844" y="3391586"/>
                </a:lnTo>
                <a:lnTo>
                  <a:pt x="5155178" y="3377536"/>
                </a:lnTo>
                <a:lnTo>
                  <a:pt x="5166827" y="3377851"/>
                </a:lnTo>
                <a:lnTo>
                  <a:pt x="5171303" y="3373450"/>
                </a:lnTo>
                <a:lnTo>
                  <a:pt x="5166722" y="3357467"/>
                </a:lnTo>
                <a:lnTo>
                  <a:pt x="5179828" y="3356686"/>
                </a:lnTo>
                <a:lnTo>
                  <a:pt x="5178571" y="3366049"/>
                </a:lnTo>
                <a:lnTo>
                  <a:pt x="5184067" y="3367249"/>
                </a:lnTo>
                <a:lnTo>
                  <a:pt x="5183896" y="3354486"/>
                </a:lnTo>
                <a:lnTo>
                  <a:pt x="5196040" y="3346209"/>
                </a:lnTo>
                <a:lnTo>
                  <a:pt x="5193611" y="3330416"/>
                </a:lnTo>
                <a:lnTo>
                  <a:pt x="5201945" y="3316062"/>
                </a:lnTo>
                <a:lnTo>
                  <a:pt x="5192306" y="3302498"/>
                </a:lnTo>
                <a:lnTo>
                  <a:pt x="5195126" y="3287325"/>
                </a:lnTo>
                <a:lnTo>
                  <a:pt x="5200212" y="3289421"/>
                </a:lnTo>
                <a:lnTo>
                  <a:pt x="5198221" y="3296755"/>
                </a:lnTo>
                <a:lnTo>
                  <a:pt x="5202336" y="3300593"/>
                </a:lnTo>
                <a:lnTo>
                  <a:pt x="5213366" y="3287525"/>
                </a:lnTo>
                <a:lnTo>
                  <a:pt x="5211213" y="3283687"/>
                </a:lnTo>
                <a:lnTo>
                  <a:pt x="5194516" y="3282725"/>
                </a:lnTo>
                <a:lnTo>
                  <a:pt x="5197792" y="3268037"/>
                </a:lnTo>
                <a:lnTo>
                  <a:pt x="5202088" y="3263875"/>
                </a:lnTo>
                <a:lnTo>
                  <a:pt x="5207241" y="3269771"/>
                </a:lnTo>
                <a:lnTo>
                  <a:pt x="5203746" y="3279496"/>
                </a:lnTo>
                <a:lnTo>
                  <a:pt x="5214061" y="3277762"/>
                </a:lnTo>
                <a:lnTo>
                  <a:pt x="5207460" y="3250140"/>
                </a:lnTo>
                <a:lnTo>
                  <a:pt x="5211128" y="3244453"/>
                </a:lnTo>
                <a:lnTo>
                  <a:pt x="5216652" y="3248492"/>
                </a:lnTo>
                <a:lnTo>
                  <a:pt x="5216052" y="3258093"/>
                </a:lnTo>
                <a:lnTo>
                  <a:pt x="5232473" y="3250368"/>
                </a:lnTo>
                <a:lnTo>
                  <a:pt x="5237798" y="3252349"/>
                </a:lnTo>
                <a:lnTo>
                  <a:pt x="5235654" y="3247358"/>
                </a:lnTo>
                <a:lnTo>
                  <a:pt x="5247932" y="3237233"/>
                </a:lnTo>
                <a:lnTo>
                  <a:pt x="5247046" y="3230680"/>
                </a:lnTo>
                <a:lnTo>
                  <a:pt x="5235521" y="3221136"/>
                </a:lnTo>
                <a:lnTo>
                  <a:pt x="5591508" y="3195838"/>
                </a:lnTo>
                <a:lnTo>
                  <a:pt x="5600443" y="3210544"/>
                </a:lnTo>
                <a:lnTo>
                  <a:pt x="5610539" y="3216069"/>
                </a:lnTo>
                <a:lnTo>
                  <a:pt x="5596900" y="3848071"/>
                </a:lnTo>
                <a:lnTo>
                  <a:pt x="5636095" y="4164568"/>
                </a:lnTo>
                <a:moveTo>
                  <a:pt x="2244804" y="1847821"/>
                </a:moveTo>
                <a:lnTo>
                  <a:pt x="1936794" y="1802540"/>
                </a:lnTo>
                <a:lnTo>
                  <a:pt x="2067744" y="974407"/>
                </a:lnTo>
                <a:lnTo>
                  <a:pt x="2149878" y="989171"/>
                </a:lnTo>
                <a:lnTo>
                  <a:pt x="2651103" y="1056065"/>
                </a:lnTo>
                <a:lnTo>
                  <a:pt x="3089215" y="1100042"/>
                </a:lnTo>
                <a:lnTo>
                  <a:pt x="3054553" y="1516075"/>
                </a:lnTo>
                <a:lnTo>
                  <a:pt x="3421351" y="1543431"/>
                </a:lnTo>
                <a:lnTo>
                  <a:pt x="3894677" y="1563186"/>
                </a:lnTo>
                <a:lnTo>
                  <a:pt x="3902545" y="1577911"/>
                </a:lnTo>
                <a:lnTo>
                  <a:pt x="3947189" y="1597733"/>
                </a:lnTo>
                <a:lnTo>
                  <a:pt x="3963838" y="1613945"/>
                </a:lnTo>
                <a:lnTo>
                  <a:pt x="3978831" y="1611840"/>
                </a:lnTo>
                <a:lnTo>
                  <a:pt x="3993099" y="1592847"/>
                </a:lnTo>
                <a:lnTo>
                  <a:pt x="4017102" y="1598590"/>
                </a:lnTo>
                <a:lnTo>
                  <a:pt x="4074852" y="1594228"/>
                </a:lnTo>
                <a:lnTo>
                  <a:pt x="4088120" y="1598962"/>
                </a:lnTo>
                <a:lnTo>
                  <a:pt x="4089349" y="1606639"/>
                </a:lnTo>
                <a:lnTo>
                  <a:pt x="4101227" y="1614621"/>
                </a:lnTo>
                <a:lnTo>
                  <a:pt x="4124335" y="1617355"/>
                </a:lnTo>
                <a:lnTo>
                  <a:pt x="4126916" y="1625813"/>
                </a:lnTo>
                <a:lnTo>
                  <a:pt x="4135279" y="1622974"/>
                </a:lnTo>
                <a:lnTo>
                  <a:pt x="4150519" y="1629327"/>
                </a:lnTo>
                <a:lnTo>
                  <a:pt x="4151595" y="1636862"/>
                </a:lnTo>
                <a:lnTo>
                  <a:pt x="4168483" y="1640157"/>
                </a:lnTo>
                <a:lnTo>
                  <a:pt x="4165111" y="1650482"/>
                </a:lnTo>
                <a:lnTo>
                  <a:pt x="4177684" y="1669475"/>
                </a:lnTo>
                <a:lnTo>
                  <a:pt x="4189466" y="1668094"/>
                </a:lnTo>
                <a:lnTo>
                  <a:pt x="4196667" y="1676057"/>
                </a:lnTo>
                <a:lnTo>
                  <a:pt x="4214260" y="1677867"/>
                </a:lnTo>
                <a:lnTo>
                  <a:pt x="4209298" y="1703651"/>
                </a:lnTo>
                <a:lnTo>
                  <a:pt x="4222823" y="1723987"/>
                </a:lnTo>
                <a:lnTo>
                  <a:pt x="4223595" y="1729197"/>
                </a:lnTo>
                <a:lnTo>
                  <a:pt x="4218041" y="1733236"/>
                </a:lnTo>
                <a:lnTo>
                  <a:pt x="4219870" y="1742418"/>
                </a:lnTo>
                <a:lnTo>
                  <a:pt x="4231929" y="1753619"/>
                </a:lnTo>
                <a:lnTo>
                  <a:pt x="4231272" y="1767526"/>
                </a:lnTo>
                <a:lnTo>
                  <a:pt x="4239101" y="1771259"/>
                </a:lnTo>
                <a:lnTo>
                  <a:pt x="4236196" y="1777594"/>
                </a:lnTo>
                <a:lnTo>
                  <a:pt x="4243292" y="1775660"/>
                </a:lnTo>
                <a:lnTo>
                  <a:pt x="4244550" y="1782213"/>
                </a:lnTo>
                <a:lnTo>
                  <a:pt x="4253284" y="1783432"/>
                </a:lnTo>
                <a:lnTo>
                  <a:pt x="4248293" y="1798082"/>
                </a:lnTo>
                <a:lnTo>
                  <a:pt x="4263190" y="1820256"/>
                </a:lnTo>
                <a:lnTo>
                  <a:pt x="4256770" y="1832496"/>
                </a:lnTo>
                <a:lnTo>
                  <a:pt x="4261914" y="1839401"/>
                </a:lnTo>
                <a:lnTo>
                  <a:pt x="4254446" y="1842859"/>
                </a:lnTo>
                <a:lnTo>
                  <a:pt x="4258513" y="1851498"/>
                </a:lnTo>
                <a:lnTo>
                  <a:pt x="4255027" y="1859337"/>
                </a:lnTo>
                <a:lnTo>
                  <a:pt x="4260647" y="1866214"/>
                </a:lnTo>
                <a:lnTo>
                  <a:pt x="4258637" y="1874187"/>
                </a:lnTo>
                <a:lnTo>
                  <a:pt x="4266895" y="1880949"/>
                </a:lnTo>
                <a:lnTo>
                  <a:pt x="4268972" y="1873815"/>
                </a:lnTo>
                <a:lnTo>
                  <a:pt x="4273010" y="1873806"/>
                </a:lnTo>
                <a:lnTo>
                  <a:pt x="4271372" y="1887436"/>
                </a:lnTo>
                <a:lnTo>
                  <a:pt x="4285545" y="1892598"/>
                </a:lnTo>
                <a:lnTo>
                  <a:pt x="4279916" y="1914877"/>
                </a:lnTo>
                <a:lnTo>
                  <a:pt x="4292651" y="1922926"/>
                </a:lnTo>
                <a:lnTo>
                  <a:pt x="4290251" y="1928974"/>
                </a:lnTo>
                <a:lnTo>
                  <a:pt x="4284450" y="1924764"/>
                </a:lnTo>
                <a:lnTo>
                  <a:pt x="4284469" y="1944967"/>
                </a:lnTo>
                <a:lnTo>
                  <a:pt x="4297880" y="1950663"/>
                </a:lnTo>
                <a:lnTo>
                  <a:pt x="4291317" y="1954892"/>
                </a:lnTo>
                <a:lnTo>
                  <a:pt x="4294594" y="1968856"/>
                </a:lnTo>
                <a:lnTo>
                  <a:pt x="4291508" y="1974733"/>
                </a:lnTo>
                <a:lnTo>
                  <a:pt x="4302947" y="2010261"/>
                </a:lnTo>
                <a:lnTo>
                  <a:pt x="4296975" y="2015919"/>
                </a:lnTo>
                <a:lnTo>
                  <a:pt x="4299128" y="2032997"/>
                </a:lnTo>
                <a:lnTo>
                  <a:pt x="4291146" y="2046018"/>
                </a:lnTo>
                <a:lnTo>
                  <a:pt x="4312444" y="2069983"/>
                </a:lnTo>
                <a:lnTo>
                  <a:pt x="4310415" y="2086480"/>
                </a:lnTo>
                <a:lnTo>
                  <a:pt x="4318940" y="2087890"/>
                </a:lnTo>
                <a:lnTo>
                  <a:pt x="4323598" y="2079260"/>
                </a:lnTo>
                <a:lnTo>
                  <a:pt x="4327198" y="2082594"/>
                </a:lnTo>
                <a:lnTo>
                  <a:pt x="4326303" y="2088756"/>
                </a:lnTo>
                <a:lnTo>
                  <a:pt x="4320302" y="2091299"/>
                </a:lnTo>
                <a:lnTo>
                  <a:pt x="4332408" y="2124618"/>
                </a:lnTo>
                <a:lnTo>
                  <a:pt x="4327150" y="2132143"/>
                </a:lnTo>
                <a:lnTo>
                  <a:pt x="4342143" y="2134914"/>
                </a:lnTo>
                <a:lnTo>
                  <a:pt x="4343705" y="2142363"/>
                </a:lnTo>
                <a:lnTo>
                  <a:pt x="4355535" y="2146335"/>
                </a:lnTo>
                <a:lnTo>
                  <a:pt x="4355335" y="2158327"/>
                </a:lnTo>
                <a:lnTo>
                  <a:pt x="4368965" y="2172214"/>
                </a:lnTo>
                <a:lnTo>
                  <a:pt x="4365879" y="2189216"/>
                </a:lnTo>
                <a:lnTo>
                  <a:pt x="4382576" y="2197179"/>
                </a:lnTo>
                <a:lnTo>
                  <a:pt x="3844661" y="2191007"/>
                </a:lnTo>
                <a:lnTo>
                  <a:pt x="3316900" y="2166480"/>
                </a:lnTo>
                <a:lnTo>
                  <a:pt x="3330283" y="1956911"/>
                </a:lnTo>
                <a:lnTo>
                  <a:pt x="3019044" y="1933975"/>
                </a:lnTo>
                <a:lnTo>
                  <a:pt x="3054553" y="1516075"/>
                </a:lnTo>
                <a:moveTo>
                  <a:pt x="3316900" y="2166480"/>
                </a:moveTo>
                <a:lnTo>
                  <a:pt x="3278181" y="2798388"/>
                </a:lnTo>
                <a:lnTo>
                  <a:pt x="2787520" y="2759478"/>
                </a:lnTo>
                <a:lnTo>
                  <a:pt x="2485873" y="2727846"/>
                </a:lnTo>
                <a:lnTo>
                  <a:pt x="2130419" y="2681478"/>
                </a:lnTo>
                <a:lnTo>
                  <a:pt x="2244804" y="1847821"/>
                </a:lnTo>
                <a:lnTo>
                  <a:pt x="2707291" y="1905105"/>
                </a:lnTo>
                <a:lnTo>
                  <a:pt x="3019044" y="1933975"/>
                </a:lnTo>
                <a:moveTo>
                  <a:pt x="6432814" y="2376916"/>
                </a:moveTo>
                <a:lnTo>
                  <a:pt x="6441910" y="2379478"/>
                </a:lnTo>
                <a:lnTo>
                  <a:pt x="6474266" y="2366153"/>
                </a:lnTo>
                <a:lnTo>
                  <a:pt x="6476448" y="2337244"/>
                </a:lnTo>
                <a:lnTo>
                  <a:pt x="6493878" y="2329434"/>
                </a:lnTo>
                <a:lnTo>
                  <a:pt x="6488154" y="2302573"/>
                </a:lnTo>
                <a:lnTo>
                  <a:pt x="6481239" y="2292296"/>
                </a:lnTo>
                <a:lnTo>
                  <a:pt x="6491821" y="2279418"/>
                </a:lnTo>
                <a:lnTo>
                  <a:pt x="6490325" y="2267388"/>
                </a:lnTo>
                <a:lnTo>
                  <a:pt x="6503432" y="2238375"/>
                </a:lnTo>
                <a:lnTo>
                  <a:pt x="6520901" y="2243814"/>
                </a:lnTo>
                <a:lnTo>
                  <a:pt x="6528216" y="2255072"/>
                </a:lnTo>
                <a:lnTo>
                  <a:pt x="6524644" y="2263283"/>
                </a:lnTo>
                <a:lnTo>
                  <a:pt x="6529911" y="2266521"/>
                </a:lnTo>
                <a:lnTo>
                  <a:pt x="6536112" y="2261730"/>
                </a:lnTo>
                <a:lnTo>
                  <a:pt x="6538998" y="2249995"/>
                </a:lnTo>
                <a:lnTo>
                  <a:pt x="6549942" y="2252977"/>
                </a:lnTo>
                <a:lnTo>
                  <a:pt x="6546828" y="2234051"/>
                </a:lnTo>
                <a:lnTo>
                  <a:pt x="6536960" y="2221925"/>
                </a:lnTo>
                <a:lnTo>
                  <a:pt x="6547009" y="2216991"/>
                </a:lnTo>
                <a:lnTo>
                  <a:pt x="6542970" y="2199389"/>
                </a:lnTo>
                <a:lnTo>
                  <a:pt x="6551562" y="2188426"/>
                </a:lnTo>
                <a:lnTo>
                  <a:pt x="6551543" y="2178958"/>
                </a:lnTo>
                <a:lnTo>
                  <a:pt x="6569545" y="2176910"/>
                </a:lnTo>
                <a:lnTo>
                  <a:pt x="6569288" y="2161823"/>
                </a:lnTo>
                <a:lnTo>
                  <a:pt x="6583032" y="2144716"/>
                </a:lnTo>
                <a:lnTo>
                  <a:pt x="6590348" y="2146697"/>
                </a:lnTo>
                <a:lnTo>
                  <a:pt x="6597844" y="2156803"/>
                </a:lnTo>
                <a:lnTo>
                  <a:pt x="6621361" y="2143363"/>
                </a:lnTo>
                <a:lnTo>
                  <a:pt x="6653546" y="2095157"/>
                </a:lnTo>
                <a:lnTo>
                  <a:pt x="6666671" y="2086547"/>
                </a:lnTo>
                <a:lnTo>
                  <a:pt x="6666919" y="2071383"/>
                </a:lnTo>
                <a:lnTo>
                  <a:pt x="6671567" y="2066354"/>
                </a:lnTo>
                <a:lnTo>
                  <a:pt x="6663585" y="2056019"/>
                </a:lnTo>
                <a:lnTo>
                  <a:pt x="6672472" y="2033102"/>
                </a:lnTo>
                <a:lnTo>
                  <a:pt x="6668414" y="2023139"/>
                </a:lnTo>
                <a:lnTo>
                  <a:pt x="6676273" y="2022548"/>
                </a:lnTo>
                <a:lnTo>
                  <a:pt x="6673625" y="1988534"/>
                </a:lnTo>
                <a:lnTo>
                  <a:pt x="6687045" y="1934813"/>
                </a:lnTo>
                <a:lnTo>
                  <a:pt x="6679349" y="1920573"/>
                </a:lnTo>
                <a:lnTo>
                  <a:pt x="6682388" y="1902019"/>
                </a:lnTo>
                <a:lnTo>
                  <a:pt x="6667710" y="1882521"/>
                </a:lnTo>
                <a:lnTo>
                  <a:pt x="6672577" y="1872815"/>
                </a:lnTo>
                <a:lnTo>
                  <a:pt x="6688674" y="1866167"/>
                </a:lnTo>
                <a:lnTo>
                  <a:pt x="6719887" y="2056457"/>
                </a:lnTo>
                <a:lnTo>
                  <a:pt x="6883079" y="2028787"/>
                </a:lnTo>
                <a:lnTo>
                  <a:pt x="6900215" y="2135753"/>
                </a:lnTo>
                <a:lnTo>
                  <a:pt x="6921094" y="2112007"/>
                </a:lnTo>
                <a:lnTo>
                  <a:pt x="6927742" y="2110959"/>
                </a:lnTo>
                <a:lnTo>
                  <a:pt x="6931590" y="2098024"/>
                </a:lnTo>
                <a:lnTo>
                  <a:pt x="6946706" y="2084241"/>
                </a:lnTo>
                <a:lnTo>
                  <a:pt x="6951736" y="2069611"/>
                </a:lnTo>
                <a:lnTo>
                  <a:pt x="6959203" y="2065915"/>
                </a:lnTo>
                <a:lnTo>
                  <a:pt x="6974872" y="2072383"/>
                </a:lnTo>
                <a:lnTo>
                  <a:pt x="6975605" y="2063553"/>
                </a:lnTo>
                <a:lnTo>
                  <a:pt x="6986902" y="2044617"/>
                </a:lnTo>
                <a:lnTo>
                  <a:pt x="6992226" y="2043274"/>
                </a:lnTo>
                <a:lnTo>
                  <a:pt x="6989750" y="2037921"/>
                </a:lnTo>
                <a:lnTo>
                  <a:pt x="6996903" y="2023862"/>
                </a:lnTo>
                <a:lnTo>
                  <a:pt x="6995912" y="2029568"/>
                </a:lnTo>
                <a:lnTo>
                  <a:pt x="7003199" y="2029749"/>
                </a:lnTo>
                <a:lnTo>
                  <a:pt x="6996865" y="2033368"/>
                </a:lnTo>
                <a:lnTo>
                  <a:pt x="7000303" y="2037417"/>
                </a:lnTo>
                <a:lnTo>
                  <a:pt x="7033098" y="2044779"/>
                </a:lnTo>
                <a:lnTo>
                  <a:pt x="7048424" y="2042493"/>
                </a:lnTo>
                <a:lnTo>
                  <a:pt x="7054987" y="2034388"/>
                </a:lnTo>
                <a:lnTo>
                  <a:pt x="7047490" y="2027568"/>
                </a:lnTo>
                <a:lnTo>
                  <a:pt x="7057292" y="2026415"/>
                </a:lnTo>
                <a:lnTo>
                  <a:pt x="7050319" y="2019357"/>
                </a:lnTo>
                <a:lnTo>
                  <a:pt x="7059559" y="2020767"/>
                </a:lnTo>
                <a:lnTo>
                  <a:pt x="7061892" y="2013509"/>
                </a:lnTo>
                <a:lnTo>
                  <a:pt x="7076275" y="2015338"/>
                </a:lnTo>
                <a:lnTo>
                  <a:pt x="7079361" y="2002965"/>
                </a:lnTo>
                <a:lnTo>
                  <a:pt x="7087086" y="1996878"/>
                </a:lnTo>
                <a:lnTo>
                  <a:pt x="7103612" y="1999536"/>
                </a:lnTo>
                <a:lnTo>
                  <a:pt x="7117337" y="2011375"/>
                </a:lnTo>
                <a:lnTo>
                  <a:pt x="7125138" y="2008432"/>
                </a:lnTo>
                <a:lnTo>
                  <a:pt x="7127443" y="2012966"/>
                </a:lnTo>
                <a:lnTo>
                  <a:pt x="7127443" y="2005613"/>
                </a:lnTo>
                <a:lnTo>
                  <a:pt x="7144655" y="2006156"/>
                </a:lnTo>
                <a:lnTo>
                  <a:pt x="7145341" y="2013471"/>
                </a:lnTo>
                <a:lnTo>
                  <a:pt x="7137540" y="2017205"/>
                </a:lnTo>
                <a:lnTo>
                  <a:pt x="7143112" y="2024891"/>
                </a:lnTo>
                <a:lnTo>
                  <a:pt x="7148541" y="2020814"/>
                </a:lnTo>
                <a:lnTo>
                  <a:pt x="7146388" y="2027568"/>
                </a:lnTo>
                <a:lnTo>
                  <a:pt x="7159161" y="2025920"/>
                </a:lnTo>
                <a:lnTo>
                  <a:pt x="7156228" y="2039083"/>
                </a:lnTo>
                <a:lnTo>
                  <a:pt x="7164086" y="2040484"/>
                </a:lnTo>
                <a:lnTo>
                  <a:pt x="7168124" y="2046894"/>
                </a:lnTo>
                <a:lnTo>
                  <a:pt x="7166362" y="2058172"/>
                </a:lnTo>
                <a:lnTo>
                  <a:pt x="7173430" y="2060505"/>
                </a:lnTo>
                <a:lnTo>
                  <a:pt x="7163962" y="2102834"/>
                </a:lnTo>
                <a:lnTo>
                  <a:pt x="7069417" y="2049428"/>
                </a:lnTo>
                <a:lnTo>
                  <a:pt x="7070455" y="2072068"/>
                </a:lnTo>
                <a:lnTo>
                  <a:pt x="7075199" y="2073459"/>
                </a:lnTo>
                <a:lnTo>
                  <a:pt x="7065435" y="2107511"/>
                </a:lnTo>
                <a:lnTo>
                  <a:pt x="7072112" y="2112807"/>
                </a:lnTo>
                <a:lnTo>
                  <a:pt x="7050853" y="2145744"/>
                </a:lnTo>
                <a:lnTo>
                  <a:pt x="7054767" y="2148002"/>
                </a:lnTo>
                <a:lnTo>
                  <a:pt x="7048748" y="2160556"/>
                </a:lnTo>
                <a:lnTo>
                  <a:pt x="7044271" y="2157536"/>
                </a:lnTo>
                <a:lnTo>
                  <a:pt x="7037813" y="2170976"/>
                </a:lnTo>
                <a:lnTo>
                  <a:pt x="7032574" y="2176377"/>
                </a:lnTo>
                <a:lnTo>
                  <a:pt x="7031622" y="2169824"/>
                </a:lnTo>
                <a:lnTo>
                  <a:pt x="7022592" y="2181930"/>
                </a:lnTo>
                <a:lnTo>
                  <a:pt x="7014115" y="2210029"/>
                </a:lnTo>
                <a:lnTo>
                  <a:pt x="6990559" y="2196274"/>
                </a:lnTo>
                <a:lnTo>
                  <a:pt x="6983882" y="2210648"/>
                </a:lnTo>
                <a:lnTo>
                  <a:pt x="6982558" y="2237861"/>
                </a:lnTo>
                <a:lnTo>
                  <a:pt x="6976891" y="2239842"/>
                </a:lnTo>
                <a:lnTo>
                  <a:pt x="6970071" y="2275703"/>
                </a:lnTo>
                <a:lnTo>
                  <a:pt x="6961318" y="2293249"/>
                </a:lnTo>
                <a:lnTo>
                  <a:pt x="6929066" y="2290582"/>
                </a:lnTo>
                <a:lnTo>
                  <a:pt x="6916083" y="2272856"/>
                </a:lnTo>
                <a:lnTo>
                  <a:pt x="6896786" y="2267550"/>
                </a:lnTo>
                <a:lnTo>
                  <a:pt x="6892795" y="2316851"/>
                </a:lnTo>
                <a:lnTo>
                  <a:pt x="6881355" y="2331015"/>
                </a:lnTo>
                <a:lnTo>
                  <a:pt x="6886089" y="2338311"/>
                </a:lnTo>
                <a:lnTo>
                  <a:pt x="6868678" y="2358895"/>
                </a:lnTo>
                <a:lnTo>
                  <a:pt x="6866058" y="2371011"/>
                </a:lnTo>
                <a:lnTo>
                  <a:pt x="6869878" y="2375573"/>
                </a:lnTo>
                <a:lnTo>
                  <a:pt x="6862115" y="2400652"/>
                </a:lnTo>
                <a:lnTo>
                  <a:pt x="6840226" y="2430104"/>
                </a:lnTo>
                <a:lnTo>
                  <a:pt x="6825063" y="2471747"/>
                </a:lnTo>
                <a:lnTo>
                  <a:pt x="6839388" y="2483006"/>
                </a:lnTo>
                <a:lnTo>
                  <a:pt x="6824253" y="2499065"/>
                </a:lnTo>
                <a:lnTo>
                  <a:pt x="6824929" y="2504942"/>
                </a:lnTo>
                <a:lnTo>
                  <a:pt x="6832759" y="2504218"/>
                </a:lnTo>
                <a:lnTo>
                  <a:pt x="6829463" y="2511304"/>
                </a:lnTo>
                <a:lnTo>
                  <a:pt x="6805355" y="2532336"/>
                </a:lnTo>
                <a:lnTo>
                  <a:pt x="6797564" y="2521106"/>
                </a:lnTo>
                <a:lnTo>
                  <a:pt x="6791277" y="2523868"/>
                </a:lnTo>
                <a:lnTo>
                  <a:pt x="6759435" y="2550614"/>
                </a:lnTo>
                <a:lnTo>
                  <a:pt x="6743043" y="2541070"/>
                </a:lnTo>
                <a:lnTo>
                  <a:pt x="6740738" y="2551166"/>
                </a:lnTo>
                <a:lnTo>
                  <a:pt x="6747443" y="2557977"/>
                </a:lnTo>
                <a:lnTo>
                  <a:pt x="6733194" y="2571131"/>
                </a:lnTo>
                <a:lnTo>
                  <a:pt x="6709810" y="2577665"/>
                </a:lnTo>
                <a:lnTo>
                  <a:pt x="6690246" y="2590914"/>
                </a:lnTo>
                <a:lnTo>
                  <a:pt x="6664681" y="2573017"/>
                </a:lnTo>
                <a:lnTo>
                  <a:pt x="6657918" y="2587790"/>
                </a:lnTo>
                <a:lnTo>
                  <a:pt x="6645069" y="2593000"/>
                </a:lnTo>
                <a:lnTo>
                  <a:pt x="6637763" y="2604668"/>
                </a:lnTo>
                <a:lnTo>
                  <a:pt x="6617741" y="2609212"/>
                </a:lnTo>
                <a:lnTo>
                  <a:pt x="6602101" y="2595877"/>
                </a:lnTo>
                <a:lnTo>
                  <a:pt x="6587223" y="2596001"/>
                </a:lnTo>
                <a:lnTo>
                  <a:pt x="6572698" y="2582837"/>
                </a:lnTo>
                <a:lnTo>
                  <a:pt x="6568564" y="2566206"/>
                </a:lnTo>
                <a:lnTo>
                  <a:pt x="6557867" y="2561120"/>
                </a:lnTo>
                <a:lnTo>
                  <a:pt x="6567688" y="2550462"/>
                </a:lnTo>
                <a:lnTo>
                  <a:pt x="6560201" y="2546318"/>
                </a:lnTo>
                <a:moveTo>
                  <a:pt x="7254383" y="3215488"/>
                </a:moveTo>
                <a:lnTo>
                  <a:pt x="7028717" y="3052839"/>
                </a:lnTo>
                <a:lnTo>
                  <a:pt x="6840464" y="3081147"/>
                </a:lnTo>
                <a:lnTo>
                  <a:pt x="6839179" y="3056668"/>
                </a:lnTo>
                <a:lnTo>
                  <a:pt x="6807918" y="3025169"/>
                </a:lnTo>
                <a:lnTo>
                  <a:pt x="6792211" y="3041018"/>
                </a:lnTo>
                <a:lnTo>
                  <a:pt x="6788391" y="3019244"/>
                </a:lnTo>
                <a:lnTo>
                  <a:pt x="6581308" y="3040056"/>
                </a:lnTo>
                <a:lnTo>
                  <a:pt x="6565773" y="3046266"/>
                </a:lnTo>
                <a:lnTo>
                  <a:pt x="6561144" y="3039723"/>
                </a:lnTo>
                <a:lnTo>
                  <a:pt x="6554829" y="3051153"/>
                </a:lnTo>
                <a:lnTo>
                  <a:pt x="6551038" y="3049086"/>
                </a:lnTo>
                <a:lnTo>
                  <a:pt x="6515214" y="3065288"/>
                </a:lnTo>
                <a:lnTo>
                  <a:pt x="6504508" y="3079061"/>
                </a:lnTo>
                <a:lnTo>
                  <a:pt x="6498965" y="3076223"/>
                </a:lnTo>
                <a:lnTo>
                  <a:pt x="6447673" y="3101207"/>
                </a:lnTo>
                <a:lnTo>
                  <a:pt x="6244419" y="3130220"/>
                </a:lnTo>
                <a:lnTo>
                  <a:pt x="6243609" y="3080109"/>
                </a:lnTo>
                <a:lnTo>
                  <a:pt x="6253610" y="3069660"/>
                </a:lnTo>
                <a:lnTo>
                  <a:pt x="6260278" y="3074984"/>
                </a:lnTo>
                <a:lnTo>
                  <a:pt x="6282214" y="3065878"/>
                </a:lnTo>
                <a:lnTo>
                  <a:pt x="6286605" y="3058668"/>
                </a:lnTo>
                <a:lnTo>
                  <a:pt x="6283871" y="3036046"/>
                </a:lnTo>
                <a:lnTo>
                  <a:pt x="6304426" y="3010348"/>
                </a:lnTo>
                <a:lnTo>
                  <a:pt x="6313370" y="3008119"/>
                </a:lnTo>
                <a:lnTo>
                  <a:pt x="6321314" y="2998984"/>
                </a:lnTo>
                <a:lnTo>
                  <a:pt x="6347955" y="2991841"/>
                </a:lnTo>
                <a:lnTo>
                  <a:pt x="6366815" y="2992841"/>
                </a:lnTo>
                <a:lnTo>
                  <a:pt x="6388551" y="2969409"/>
                </a:lnTo>
                <a:lnTo>
                  <a:pt x="6397657" y="2968638"/>
                </a:lnTo>
                <a:lnTo>
                  <a:pt x="6403534" y="2954655"/>
                </a:lnTo>
                <a:lnTo>
                  <a:pt x="6414145" y="2951102"/>
                </a:lnTo>
                <a:lnTo>
                  <a:pt x="6417554" y="2943215"/>
                </a:lnTo>
                <a:lnTo>
                  <a:pt x="6430975" y="2936053"/>
                </a:lnTo>
                <a:lnTo>
                  <a:pt x="6445034" y="2937539"/>
                </a:lnTo>
                <a:lnTo>
                  <a:pt x="6457445" y="2914459"/>
                </a:lnTo>
                <a:lnTo>
                  <a:pt x="6455607" y="2899753"/>
                </a:lnTo>
                <a:lnTo>
                  <a:pt x="6471609" y="2901334"/>
                </a:lnTo>
                <a:lnTo>
                  <a:pt x="6474276" y="2885475"/>
                </a:lnTo>
                <a:lnTo>
                  <a:pt x="6495298" y="2868559"/>
                </a:lnTo>
                <a:lnTo>
                  <a:pt x="6503356" y="2875112"/>
                </a:lnTo>
                <a:lnTo>
                  <a:pt x="6502546" y="2888428"/>
                </a:lnTo>
                <a:lnTo>
                  <a:pt x="6511719" y="2889999"/>
                </a:lnTo>
                <a:lnTo>
                  <a:pt x="6526187" y="2876483"/>
                </a:lnTo>
                <a:lnTo>
                  <a:pt x="6540379" y="2851537"/>
                </a:lnTo>
                <a:lnTo>
                  <a:pt x="6557677" y="2845784"/>
                </a:lnTo>
                <a:lnTo>
                  <a:pt x="6562373" y="2839098"/>
                </a:lnTo>
                <a:lnTo>
                  <a:pt x="6573526" y="2839498"/>
                </a:lnTo>
                <a:lnTo>
                  <a:pt x="6578336" y="2848385"/>
                </a:lnTo>
                <a:lnTo>
                  <a:pt x="6593357" y="2842765"/>
                </a:lnTo>
                <a:lnTo>
                  <a:pt x="6608331" y="2801931"/>
                </a:lnTo>
                <a:lnTo>
                  <a:pt x="6624228" y="2787634"/>
                </a:lnTo>
                <a:lnTo>
                  <a:pt x="6640287" y="2790073"/>
                </a:lnTo>
                <a:lnTo>
                  <a:pt x="6632753" y="2776004"/>
                </a:lnTo>
                <a:lnTo>
                  <a:pt x="6638096" y="2762174"/>
                </a:lnTo>
                <a:lnTo>
                  <a:pt x="6633867" y="2748286"/>
                </a:lnTo>
                <a:lnTo>
                  <a:pt x="6637220" y="2736742"/>
                </a:lnTo>
                <a:lnTo>
                  <a:pt x="6864915" y="2709872"/>
                </a:lnTo>
                <a:lnTo>
                  <a:pt x="6993245" y="2688612"/>
                </a:lnTo>
                <a:lnTo>
                  <a:pt x="7381818" y="2614784"/>
                </a:lnTo>
                <a:lnTo>
                  <a:pt x="7585472" y="2571017"/>
                </a:lnTo>
                <a:moveTo>
                  <a:pt x="5112010" y="3646580"/>
                </a:moveTo>
                <a:lnTo>
                  <a:pt x="4612853" y="3661286"/>
                </a:lnTo>
                <a:lnTo>
                  <a:pt x="4610471" y="3549529"/>
                </a:lnTo>
                <a:lnTo>
                  <a:pt x="4605347" y="3545443"/>
                </a:lnTo>
                <a:lnTo>
                  <a:pt x="4596603" y="3549844"/>
                </a:lnTo>
                <a:lnTo>
                  <a:pt x="4586183" y="3541624"/>
                </a:lnTo>
                <a:lnTo>
                  <a:pt x="4578934" y="3550015"/>
                </a:lnTo>
                <a:lnTo>
                  <a:pt x="4574276" y="3543129"/>
                </a:lnTo>
                <a:lnTo>
                  <a:pt x="4556112" y="3552454"/>
                </a:lnTo>
                <a:lnTo>
                  <a:pt x="4550293" y="3550891"/>
                </a:lnTo>
                <a:lnTo>
                  <a:pt x="4551331" y="3544424"/>
                </a:lnTo>
                <a:lnTo>
                  <a:pt x="4538815" y="3541195"/>
                </a:lnTo>
                <a:lnTo>
                  <a:pt x="4538491" y="3531365"/>
                </a:lnTo>
                <a:lnTo>
                  <a:pt x="4533919" y="3532965"/>
                </a:lnTo>
                <a:lnTo>
                  <a:pt x="4537243" y="3164015"/>
                </a:lnTo>
                <a:lnTo>
                  <a:pt x="4502448" y="2932186"/>
                </a:lnTo>
                <a:lnTo>
                  <a:pt x="4874352" y="2922851"/>
                </a:lnTo>
                <a:lnTo>
                  <a:pt x="5242589" y="2904325"/>
                </a:lnTo>
                <a:lnTo>
                  <a:pt x="5244989" y="2919670"/>
                </a:lnTo>
                <a:lnTo>
                  <a:pt x="5258352" y="2926880"/>
                </a:lnTo>
                <a:lnTo>
                  <a:pt x="5259800" y="2944330"/>
                </a:lnTo>
                <a:lnTo>
                  <a:pt x="5250399" y="2960437"/>
                </a:lnTo>
                <a:lnTo>
                  <a:pt x="5235340" y="2970752"/>
                </a:lnTo>
                <a:lnTo>
                  <a:pt x="5233397" y="2980411"/>
                </a:lnTo>
                <a:lnTo>
                  <a:pt x="5220110" y="2991641"/>
                </a:lnTo>
                <a:lnTo>
                  <a:pt x="5211509" y="3012015"/>
                </a:lnTo>
                <a:lnTo>
                  <a:pt x="5318903" y="3004252"/>
                </a:lnTo>
                <a:lnTo>
                  <a:pt x="5335562" y="3024283"/>
                </a:lnTo>
                <a:lnTo>
                  <a:pt x="5331857" y="3029969"/>
                </a:lnTo>
                <a:lnTo>
                  <a:pt x="5318236" y="3023235"/>
                </a:lnTo>
                <a:lnTo>
                  <a:pt x="5314131" y="3033008"/>
                </a:lnTo>
                <a:lnTo>
                  <a:pt x="5327590" y="3041456"/>
                </a:lnTo>
                <a:lnTo>
                  <a:pt x="5314112" y="3045504"/>
                </a:lnTo>
                <a:lnTo>
                  <a:pt x="5308387" y="3058011"/>
                </a:lnTo>
                <a:lnTo>
                  <a:pt x="5292833" y="3056858"/>
                </a:lnTo>
                <a:lnTo>
                  <a:pt x="5284994" y="3064297"/>
                </a:lnTo>
                <a:lnTo>
                  <a:pt x="5290614" y="3077556"/>
                </a:lnTo>
                <a:lnTo>
                  <a:pt x="5303691" y="3076946"/>
                </a:lnTo>
                <a:lnTo>
                  <a:pt x="5303520" y="3082023"/>
                </a:lnTo>
                <a:lnTo>
                  <a:pt x="5287061" y="3092939"/>
                </a:lnTo>
                <a:lnTo>
                  <a:pt x="5296805" y="3107074"/>
                </a:lnTo>
                <a:lnTo>
                  <a:pt x="5288280" y="3106960"/>
                </a:lnTo>
                <a:lnTo>
                  <a:pt x="5281222" y="3099302"/>
                </a:lnTo>
                <a:lnTo>
                  <a:pt x="5274840" y="3101283"/>
                </a:lnTo>
                <a:lnTo>
                  <a:pt x="5272621" y="3110503"/>
                </a:lnTo>
                <a:lnTo>
                  <a:pt x="5281536" y="3126753"/>
                </a:lnTo>
                <a:lnTo>
                  <a:pt x="5272478" y="3135049"/>
                </a:lnTo>
                <a:lnTo>
                  <a:pt x="5269906" y="3119638"/>
                </a:lnTo>
                <a:lnTo>
                  <a:pt x="5263134" y="3118323"/>
                </a:lnTo>
                <a:lnTo>
                  <a:pt x="5252456" y="3138087"/>
                </a:lnTo>
                <a:lnTo>
                  <a:pt x="5258933" y="3139821"/>
                </a:lnTo>
                <a:lnTo>
                  <a:pt x="5260400" y="3131591"/>
                </a:lnTo>
                <a:lnTo>
                  <a:pt x="5269525" y="3138411"/>
                </a:lnTo>
                <a:lnTo>
                  <a:pt x="5265163" y="3154213"/>
                </a:lnTo>
                <a:lnTo>
                  <a:pt x="5255552" y="3159747"/>
                </a:lnTo>
                <a:lnTo>
                  <a:pt x="5259705" y="3165377"/>
                </a:lnTo>
                <a:lnTo>
                  <a:pt x="5268839" y="3166243"/>
                </a:lnTo>
                <a:lnTo>
                  <a:pt x="5271907" y="3173578"/>
                </a:lnTo>
                <a:lnTo>
                  <a:pt x="5265420" y="3178559"/>
                </a:lnTo>
                <a:lnTo>
                  <a:pt x="5274726" y="3188884"/>
                </a:lnTo>
                <a:lnTo>
                  <a:pt x="5271383" y="3193009"/>
                </a:lnTo>
                <a:lnTo>
                  <a:pt x="5259381" y="3191618"/>
                </a:lnTo>
                <a:lnTo>
                  <a:pt x="5252409" y="3213764"/>
                </a:lnTo>
                <a:lnTo>
                  <a:pt x="5237807" y="3211382"/>
                </a:lnTo>
                <a:lnTo>
                  <a:pt x="5235521" y="3221136"/>
                </a:lnTo>
                <a:moveTo>
                  <a:pt x="1966865" y="3859349"/>
                </a:moveTo>
                <a:lnTo>
                  <a:pt x="2130419" y="2681478"/>
                </a:lnTo>
                <a:lnTo>
                  <a:pt x="1766602" y="2626566"/>
                </a:lnTo>
                <a:lnTo>
                  <a:pt x="1316822" y="2546899"/>
                </a:lnTo>
                <a:lnTo>
                  <a:pt x="1516313" y="1516370"/>
                </a:lnTo>
                <a:lnTo>
                  <a:pt x="1970018" y="1594485"/>
                </a:lnTo>
                <a:moveTo>
                  <a:pt x="2420922" y="3820982"/>
                </a:moveTo>
                <a:lnTo>
                  <a:pt x="2403996" y="3801599"/>
                </a:lnTo>
                <a:lnTo>
                  <a:pt x="2403081" y="3794665"/>
                </a:lnTo>
                <a:lnTo>
                  <a:pt x="2409396" y="3791160"/>
                </a:lnTo>
                <a:lnTo>
                  <a:pt x="2406034" y="3777796"/>
                </a:lnTo>
                <a:lnTo>
                  <a:pt x="2410177" y="3774015"/>
                </a:lnTo>
                <a:lnTo>
                  <a:pt x="3032303" y="3832050"/>
                </a:lnTo>
                <a:lnTo>
                  <a:pt x="3106169" y="2890380"/>
                </a:lnTo>
                <a:lnTo>
                  <a:pt x="3609804" y="2919832"/>
                </a:lnTo>
                <a:lnTo>
                  <a:pt x="3592659" y="3327044"/>
                </a:lnTo>
                <a:lnTo>
                  <a:pt x="3605898" y="3324644"/>
                </a:lnTo>
                <a:lnTo>
                  <a:pt x="3642865" y="3366792"/>
                </a:lnTo>
                <a:lnTo>
                  <a:pt x="3659257" y="3368754"/>
                </a:lnTo>
                <a:lnTo>
                  <a:pt x="3664772" y="3359772"/>
                </a:lnTo>
                <a:lnTo>
                  <a:pt x="3692842" y="3370250"/>
                </a:lnTo>
                <a:lnTo>
                  <a:pt x="3694719" y="3355896"/>
                </a:lnTo>
                <a:lnTo>
                  <a:pt x="3699158" y="3352571"/>
                </a:lnTo>
                <a:lnTo>
                  <a:pt x="3707311" y="3363325"/>
                </a:lnTo>
                <a:lnTo>
                  <a:pt x="3717198" y="3364792"/>
                </a:lnTo>
                <a:lnTo>
                  <a:pt x="3714750" y="3368621"/>
                </a:lnTo>
                <a:lnTo>
                  <a:pt x="3724961" y="3378327"/>
                </a:lnTo>
                <a:lnTo>
                  <a:pt x="3728104" y="3404911"/>
                </a:lnTo>
                <a:lnTo>
                  <a:pt x="3752945" y="3409112"/>
                </a:lnTo>
                <a:lnTo>
                  <a:pt x="3762699" y="3404587"/>
                </a:lnTo>
                <a:lnTo>
                  <a:pt x="3782606" y="3420237"/>
                </a:lnTo>
                <a:lnTo>
                  <a:pt x="3792093" y="3418665"/>
                </a:lnTo>
                <a:lnTo>
                  <a:pt x="3801447" y="3426038"/>
                </a:lnTo>
                <a:lnTo>
                  <a:pt x="3828555" y="3419256"/>
                </a:lnTo>
                <a:lnTo>
                  <a:pt x="3847414" y="3440335"/>
                </a:lnTo>
                <a:lnTo>
                  <a:pt x="3859844" y="3435934"/>
                </a:lnTo>
                <a:lnTo>
                  <a:pt x="3868845" y="3421037"/>
                </a:lnTo>
                <a:lnTo>
                  <a:pt x="3901973" y="3430848"/>
                </a:lnTo>
                <a:lnTo>
                  <a:pt x="3912365" y="3422694"/>
                </a:lnTo>
                <a:lnTo>
                  <a:pt x="3915623" y="3428200"/>
                </a:lnTo>
                <a:lnTo>
                  <a:pt x="3910146" y="3439859"/>
                </a:lnTo>
                <a:lnTo>
                  <a:pt x="3915318" y="3453965"/>
                </a:lnTo>
                <a:lnTo>
                  <a:pt x="3939540" y="3457575"/>
                </a:lnTo>
                <a:lnTo>
                  <a:pt x="3934587" y="3467529"/>
                </a:lnTo>
                <a:lnTo>
                  <a:pt x="3937378" y="3473539"/>
                </a:lnTo>
                <a:lnTo>
                  <a:pt x="3932739" y="3477073"/>
                </a:lnTo>
                <a:lnTo>
                  <a:pt x="3951818" y="3487569"/>
                </a:lnTo>
                <a:lnTo>
                  <a:pt x="3966877" y="3479121"/>
                </a:lnTo>
                <a:lnTo>
                  <a:pt x="3970811" y="3470015"/>
                </a:lnTo>
                <a:lnTo>
                  <a:pt x="3986622" y="3458337"/>
                </a:lnTo>
                <a:lnTo>
                  <a:pt x="4000576" y="3466519"/>
                </a:lnTo>
                <a:lnTo>
                  <a:pt x="4000767" y="3477235"/>
                </a:lnTo>
                <a:lnTo>
                  <a:pt x="4015664" y="3473882"/>
                </a:lnTo>
                <a:lnTo>
                  <a:pt x="4022579" y="3477282"/>
                </a:lnTo>
                <a:lnTo>
                  <a:pt x="4021950" y="3490322"/>
                </a:lnTo>
                <a:lnTo>
                  <a:pt x="4028123" y="3495113"/>
                </a:lnTo>
                <a:lnTo>
                  <a:pt x="4038048" y="3494818"/>
                </a:lnTo>
                <a:lnTo>
                  <a:pt x="4044363" y="3483797"/>
                </a:lnTo>
                <a:lnTo>
                  <a:pt x="4057602" y="3486226"/>
                </a:lnTo>
                <a:lnTo>
                  <a:pt x="4059707" y="3477758"/>
                </a:lnTo>
                <a:lnTo>
                  <a:pt x="4065413" y="3475339"/>
                </a:lnTo>
                <a:lnTo>
                  <a:pt x="4072842" y="3489865"/>
                </a:lnTo>
                <a:lnTo>
                  <a:pt x="4066051" y="3499399"/>
                </a:lnTo>
                <a:lnTo>
                  <a:pt x="4071604" y="3512887"/>
                </a:lnTo>
                <a:lnTo>
                  <a:pt x="4079472" y="3517306"/>
                </a:lnTo>
                <a:lnTo>
                  <a:pt x="4086406" y="3511715"/>
                </a:lnTo>
                <a:lnTo>
                  <a:pt x="4085530" y="3499085"/>
                </a:lnTo>
                <a:lnTo>
                  <a:pt x="4093121" y="3496361"/>
                </a:lnTo>
                <a:lnTo>
                  <a:pt x="4086482" y="3488741"/>
                </a:lnTo>
                <a:lnTo>
                  <a:pt x="4097341" y="3490798"/>
                </a:lnTo>
                <a:lnTo>
                  <a:pt x="4104018" y="3481988"/>
                </a:lnTo>
                <a:lnTo>
                  <a:pt x="4104894" y="3467329"/>
                </a:lnTo>
                <a:lnTo>
                  <a:pt x="4106142" y="3471691"/>
                </a:lnTo>
                <a:lnTo>
                  <a:pt x="4116048" y="3467148"/>
                </a:lnTo>
                <a:lnTo>
                  <a:pt x="4122896" y="3487636"/>
                </a:lnTo>
                <a:lnTo>
                  <a:pt x="4127116" y="3490455"/>
                </a:lnTo>
                <a:lnTo>
                  <a:pt x="4130326" y="3484693"/>
                </a:lnTo>
                <a:lnTo>
                  <a:pt x="4136822" y="3485998"/>
                </a:lnTo>
                <a:lnTo>
                  <a:pt x="4142356" y="3495370"/>
                </a:lnTo>
                <a:lnTo>
                  <a:pt x="4153033" y="3492379"/>
                </a:lnTo>
                <a:lnTo>
                  <a:pt x="4158710" y="3476082"/>
                </a:lnTo>
                <a:lnTo>
                  <a:pt x="4172283" y="3480816"/>
                </a:lnTo>
                <a:lnTo>
                  <a:pt x="4165121" y="3491113"/>
                </a:lnTo>
                <a:lnTo>
                  <a:pt x="4182713" y="3496389"/>
                </a:lnTo>
                <a:lnTo>
                  <a:pt x="4187190" y="3506543"/>
                </a:lnTo>
                <a:lnTo>
                  <a:pt x="4200544" y="3505886"/>
                </a:lnTo>
                <a:lnTo>
                  <a:pt x="4213250" y="3524755"/>
                </a:lnTo>
                <a:lnTo>
                  <a:pt x="4218661" y="3522126"/>
                </a:lnTo>
                <a:lnTo>
                  <a:pt x="4222909" y="3507991"/>
                </a:lnTo>
                <a:lnTo>
                  <a:pt x="4235272" y="3512020"/>
                </a:lnTo>
                <a:lnTo>
                  <a:pt x="4242578" y="3509277"/>
                </a:lnTo>
                <a:lnTo>
                  <a:pt x="4242445" y="3498780"/>
                </a:lnTo>
                <a:lnTo>
                  <a:pt x="4247759" y="3493065"/>
                </a:lnTo>
                <a:lnTo>
                  <a:pt x="4269829" y="3492503"/>
                </a:lnTo>
                <a:lnTo>
                  <a:pt x="4274658" y="3486988"/>
                </a:lnTo>
                <a:lnTo>
                  <a:pt x="4282764" y="3488465"/>
                </a:lnTo>
                <a:lnTo>
                  <a:pt x="4284316" y="3482740"/>
                </a:lnTo>
                <a:lnTo>
                  <a:pt x="4301099" y="3493513"/>
                </a:lnTo>
                <a:lnTo>
                  <a:pt x="4306653" y="3488122"/>
                </a:lnTo>
                <a:lnTo>
                  <a:pt x="4312339" y="3491779"/>
                </a:lnTo>
                <a:lnTo>
                  <a:pt x="4315016" y="3481530"/>
                </a:lnTo>
                <a:lnTo>
                  <a:pt x="4325217" y="3483054"/>
                </a:lnTo>
                <a:lnTo>
                  <a:pt x="4341866" y="3472701"/>
                </a:lnTo>
                <a:lnTo>
                  <a:pt x="4348782" y="3473529"/>
                </a:lnTo>
                <a:lnTo>
                  <a:pt x="4351268" y="3483988"/>
                </a:lnTo>
                <a:lnTo>
                  <a:pt x="4395454" y="3484836"/>
                </a:lnTo>
                <a:lnTo>
                  <a:pt x="4405855" y="3466490"/>
                </a:lnTo>
                <a:lnTo>
                  <a:pt x="4423353" y="3472063"/>
                </a:lnTo>
                <a:lnTo>
                  <a:pt x="4436907" y="3487074"/>
                </a:lnTo>
                <a:lnTo>
                  <a:pt x="4450242" y="3487274"/>
                </a:lnTo>
                <a:lnTo>
                  <a:pt x="4467635" y="3511220"/>
                </a:lnTo>
                <a:lnTo>
                  <a:pt x="4484522" y="3509220"/>
                </a:lnTo>
                <a:lnTo>
                  <a:pt x="4495562" y="3523250"/>
                </a:lnTo>
                <a:lnTo>
                  <a:pt x="4517660" y="3524869"/>
                </a:lnTo>
                <a:lnTo>
                  <a:pt x="4527994" y="3537528"/>
                </a:lnTo>
                <a:lnTo>
                  <a:pt x="4533919" y="3532965"/>
                </a:lnTo>
                <a:moveTo>
                  <a:pt x="4612853" y="3661286"/>
                </a:moveTo>
                <a:lnTo>
                  <a:pt x="4617482" y="3876342"/>
                </a:lnTo>
                <a:lnTo>
                  <a:pt x="4630131" y="3891153"/>
                </a:lnTo>
                <a:lnTo>
                  <a:pt x="4642047" y="3897125"/>
                </a:lnTo>
                <a:lnTo>
                  <a:pt x="4656915" y="3920966"/>
                </a:lnTo>
                <a:lnTo>
                  <a:pt x="4661011" y="3938016"/>
                </a:lnTo>
                <a:lnTo>
                  <a:pt x="4655791" y="3960524"/>
                </a:lnTo>
                <a:lnTo>
                  <a:pt x="4662554" y="3971277"/>
                </a:lnTo>
                <a:lnTo>
                  <a:pt x="4675280" y="3975678"/>
                </a:lnTo>
                <a:lnTo>
                  <a:pt x="4671470" y="3984746"/>
                </a:lnTo>
                <a:lnTo>
                  <a:pt x="4685633" y="4000186"/>
                </a:lnTo>
                <a:lnTo>
                  <a:pt x="4683376" y="4018664"/>
                </a:lnTo>
                <a:lnTo>
                  <a:pt x="4695349" y="4025503"/>
                </a:lnTo>
                <a:lnTo>
                  <a:pt x="4699406" y="4045239"/>
                </a:lnTo>
                <a:lnTo>
                  <a:pt x="4711255" y="4043201"/>
                </a:lnTo>
                <a:lnTo>
                  <a:pt x="4708465" y="4061508"/>
                </a:lnTo>
                <a:lnTo>
                  <a:pt x="4715104" y="4075490"/>
                </a:lnTo>
                <a:lnTo>
                  <a:pt x="4705455" y="4084501"/>
                </a:lnTo>
                <a:lnTo>
                  <a:pt x="4713846" y="4094359"/>
                </a:lnTo>
                <a:lnTo>
                  <a:pt x="4706722" y="4105227"/>
                </a:lnTo>
                <a:lnTo>
                  <a:pt x="4708246" y="4122020"/>
                </a:lnTo>
                <a:lnTo>
                  <a:pt x="4698340" y="4136012"/>
                </a:lnTo>
                <a:lnTo>
                  <a:pt x="4696739" y="4149014"/>
                </a:lnTo>
                <a:lnTo>
                  <a:pt x="4687433" y="4157424"/>
                </a:lnTo>
                <a:lnTo>
                  <a:pt x="4687995" y="4166740"/>
                </a:lnTo>
                <a:lnTo>
                  <a:pt x="4679766" y="4171540"/>
                </a:lnTo>
                <a:lnTo>
                  <a:pt x="4677718" y="4178798"/>
                </a:lnTo>
                <a:lnTo>
                  <a:pt x="4685814" y="4199268"/>
                </a:lnTo>
                <a:lnTo>
                  <a:pt x="4675337" y="4209993"/>
                </a:lnTo>
                <a:lnTo>
                  <a:pt x="4674156" y="4221947"/>
                </a:lnTo>
                <a:lnTo>
                  <a:pt x="4685043" y="4232567"/>
                </a:lnTo>
                <a:lnTo>
                  <a:pt x="4682823" y="4247502"/>
                </a:lnTo>
                <a:lnTo>
                  <a:pt x="4689053" y="4261647"/>
                </a:lnTo>
                <a:lnTo>
                  <a:pt x="4681080" y="4273363"/>
                </a:lnTo>
                <a:lnTo>
                  <a:pt x="4687453" y="4278821"/>
                </a:lnTo>
                <a:lnTo>
                  <a:pt x="4672032" y="4293508"/>
                </a:lnTo>
                <a:lnTo>
                  <a:pt x="4663269" y="4316178"/>
                </a:lnTo>
                <a:lnTo>
                  <a:pt x="4647438" y="4331799"/>
                </a:lnTo>
                <a:lnTo>
                  <a:pt x="4664259" y="4356240"/>
                </a:lnTo>
                <a:moveTo>
                  <a:pt x="6863525" y="3949332"/>
                </a:moveTo>
                <a:lnTo>
                  <a:pt x="6813728" y="3949570"/>
                </a:lnTo>
                <a:lnTo>
                  <a:pt x="6770580" y="3938549"/>
                </a:lnTo>
                <a:lnTo>
                  <a:pt x="6767836" y="3949303"/>
                </a:lnTo>
                <a:lnTo>
                  <a:pt x="6758892" y="3948627"/>
                </a:lnTo>
                <a:lnTo>
                  <a:pt x="6761645" y="3953466"/>
                </a:lnTo>
                <a:lnTo>
                  <a:pt x="6756978" y="3961228"/>
                </a:lnTo>
                <a:lnTo>
                  <a:pt x="6758235" y="3976687"/>
                </a:lnTo>
                <a:lnTo>
                  <a:pt x="6768846" y="3994547"/>
                </a:lnTo>
                <a:lnTo>
                  <a:pt x="6768960" y="4033695"/>
                </a:lnTo>
                <a:lnTo>
                  <a:pt x="6747396" y="4041096"/>
                </a:lnTo>
                <a:lnTo>
                  <a:pt x="6736766" y="4028580"/>
                </a:lnTo>
                <a:lnTo>
                  <a:pt x="6736509" y="4015835"/>
                </a:lnTo>
                <a:lnTo>
                  <a:pt x="6728851" y="4005977"/>
                </a:lnTo>
                <a:lnTo>
                  <a:pt x="6731613" y="3998947"/>
                </a:lnTo>
                <a:lnTo>
                  <a:pt x="6257982" y="4031294"/>
                </a:lnTo>
                <a:lnTo>
                  <a:pt x="6248305" y="4023865"/>
                </a:lnTo>
                <a:lnTo>
                  <a:pt x="6241266" y="3997309"/>
                </a:lnTo>
                <a:lnTo>
                  <a:pt x="6226702" y="3979602"/>
                </a:lnTo>
                <a:lnTo>
                  <a:pt x="6218120" y="3952523"/>
                </a:lnTo>
                <a:lnTo>
                  <a:pt x="6203547" y="3937740"/>
                </a:lnTo>
                <a:lnTo>
                  <a:pt x="6200156" y="3919223"/>
                </a:lnTo>
                <a:lnTo>
                  <a:pt x="6204080" y="3914823"/>
                </a:lnTo>
                <a:lnTo>
                  <a:pt x="6206509" y="3861987"/>
                </a:lnTo>
                <a:lnTo>
                  <a:pt x="6201070" y="3846147"/>
                </a:lnTo>
                <a:lnTo>
                  <a:pt x="6188231" y="3832450"/>
                </a:lnTo>
                <a:lnTo>
                  <a:pt x="6181925" y="3802790"/>
                </a:lnTo>
                <a:lnTo>
                  <a:pt x="6193145" y="3764785"/>
                </a:lnTo>
                <a:lnTo>
                  <a:pt x="6189335" y="3739410"/>
                </a:lnTo>
                <a:lnTo>
                  <a:pt x="6215777" y="3709778"/>
                </a:lnTo>
                <a:lnTo>
                  <a:pt x="6194755" y="3699567"/>
                </a:lnTo>
                <a:lnTo>
                  <a:pt x="6199003" y="3677879"/>
                </a:lnTo>
                <a:lnTo>
                  <a:pt x="6192717" y="3672135"/>
                </a:lnTo>
                <a:lnTo>
                  <a:pt x="6188964" y="3657676"/>
                </a:lnTo>
                <a:lnTo>
                  <a:pt x="6169019" y="3634473"/>
                </a:lnTo>
                <a:lnTo>
                  <a:pt x="6171619" y="3631406"/>
                </a:lnTo>
                <a:lnTo>
                  <a:pt x="6160456" y="3611156"/>
                </a:lnTo>
                <a:lnTo>
                  <a:pt x="6163027" y="3608051"/>
                </a:lnTo>
                <a:lnTo>
                  <a:pt x="6150169" y="3590973"/>
                </a:lnTo>
                <a:lnTo>
                  <a:pt x="6028811" y="3156166"/>
                </a:lnTo>
                <a:lnTo>
                  <a:pt x="6244419" y="3130220"/>
                </a:lnTo>
                <a:moveTo>
                  <a:pt x="6447673" y="3101207"/>
                </a:moveTo>
                <a:lnTo>
                  <a:pt x="6447320" y="3114304"/>
                </a:lnTo>
                <a:lnTo>
                  <a:pt x="6429537" y="3129877"/>
                </a:lnTo>
                <a:lnTo>
                  <a:pt x="6425946" y="3142164"/>
                </a:lnTo>
                <a:lnTo>
                  <a:pt x="6417469" y="3150013"/>
                </a:lnTo>
                <a:lnTo>
                  <a:pt x="6414230" y="3163395"/>
                </a:lnTo>
                <a:lnTo>
                  <a:pt x="6417983" y="3172778"/>
                </a:lnTo>
                <a:lnTo>
                  <a:pt x="6437976" y="3185065"/>
                </a:lnTo>
                <a:lnTo>
                  <a:pt x="6448549" y="3184874"/>
                </a:lnTo>
                <a:lnTo>
                  <a:pt x="6474828" y="3207134"/>
                </a:lnTo>
                <a:lnTo>
                  <a:pt x="6501698" y="3205162"/>
                </a:lnTo>
                <a:lnTo>
                  <a:pt x="6511928" y="3226899"/>
                </a:lnTo>
                <a:lnTo>
                  <a:pt x="6529769" y="3245529"/>
                </a:lnTo>
                <a:lnTo>
                  <a:pt x="6538084" y="3268932"/>
                </a:lnTo>
                <a:lnTo>
                  <a:pt x="6552667" y="3279238"/>
                </a:lnTo>
                <a:lnTo>
                  <a:pt x="6571374" y="3307718"/>
                </a:lnTo>
                <a:lnTo>
                  <a:pt x="6614589" y="3328073"/>
                </a:lnTo>
                <a:lnTo>
                  <a:pt x="6629724" y="3340179"/>
                </a:lnTo>
                <a:lnTo>
                  <a:pt x="6644164" y="3366002"/>
                </a:lnTo>
                <a:lnTo>
                  <a:pt x="6669738" y="3374336"/>
                </a:lnTo>
                <a:lnTo>
                  <a:pt x="6682416" y="3388843"/>
                </a:lnTo>
                <a:lnTo>
                  <a:pt x="6693322" y="3392224"/>
                </a:lnTo>
                <a:lnTo>
                  <a:pt x="6694684" y="3417046"/>
                </a:lnTo>
                <a:lnTo>
                  <a:pt x="6711667" y="3422599"/>
                </a:lnTo>
                <a:lnTo>
                  <a:pt x="6712687" y="3435010"/>
                </a:lnTo>
                <a:lnTo>
                  <a:pt x="6721840" y="3441287"/>
                </a:lnTo>
                <a:lnTo>
                  <a:pt x="6727869" y="3439106"/>
                </a:lnTo>
                <a:lnTo>
                  <a:pt x="6734546" y="3454213"/>
                </a:lnTo>
                <a:lnTo>
                  <a:pt x="6758511" y="3460652"/>
                </a:lnTo>
                <a:lnTo>
                  <a:pt x="6781857" y="3475015"/>
                </a:lnTo>
                <a:lnTo>
                  <a:pt x="6782467" y="3490617"/>
                </a:lnTo>
                <a:lnTo>
                  <a:pt x="6800726" y="3512649"/>
                </a:lnTo>
                <a:lnTo>
                  <a:pt x="6802803" y="3536985"/>
                </a:lnTo>
                <a:lnTo>
                  <a:pt x="6810356" y="3546500"/>
                </a:lnTo>
                <a:lnTo>
                  <a:pt x="6806651" y="3551768"/>
                </a:lnTo>
                <a:lnTo>
                  <a:pt x="6817243" y="3561217"/>
                </a:lnTo>
                <a:lnTo>
                  <a:pt x="6832683" y="3563188"/>
                </a:lnTo>
                <a:lnTo>
                  <a:pt x="6851980" y="3579752"/>
                </a:lnTo>
                <a:lnTo>
                  <a:pt x="6850132" y="3588582"/>
                </a:lnTo>
                <a:lnTo>
                  <a:pt x="6868297" y="3610823"/>
                </a:lnTo>
                <a:lnTo>
                  <a:pt x="6864382" y="3624482"/>
                </a:lnTo>
                <a:lnTo>
                  <a:pt x="6872802" y="3634750"/>
                </a:lnTo>
                <a:lnTo>
                  <a:pt x="6875316" y="3649523"/>
                </a:lnTo>
                <a:lnTo>
                  <a:pt x="6887994" y="3654371"/>
                </a:lnTo>
                <a:lnTo>
                  <a:pt x="6895824" y="3649999"/>
                </a:lnTo>
                <a:lnTo>
                  <a:pt x="6917150" y="3660619"/>
                </a:lnTo>
                <a:moveTo>
                  <a:pt x="7173430" y="2060505"/>
                </a:moveTo>
                <a:lnTo>
                  <a:pt x="7198147" y="2059038"/>
                </a:lnTo>
                <a:lnTo>
                  <a:pt x="7203262" y="2066325"/>
                </a:lnTo>
                <a:lnTo>
                  <a:pt x="7218378" y="2072326"/>
                </a:lnTo>
                <a:lnTo>
                  <a:pt x="7211358" y="2085318"/>
                </a:lnTo>
                <a:lnTo>
                  <a:pt x="7212844" y="2095738"/>
                </a:lnTo>
                <a:lnTo>
                  <a:pt x="7224465" y="2103558"/>
                </a:lnTo>
                <a:lnTo>
                  <a:pt x="7243429" y="2102101"/>
                </a:lnTo>
                <a:lnTo>
                  <a:pt x="7259355" y="2106663"/>
                </a:lnTo>
                <a:lnTo>
                  <a:pt x="7260822" y="2115169"/>
                </a:lnTo>
                <a:lnTo>
                  <a:pt x="7277948" y="2116388"/>
                </a:lnTo>
                <a:lnTo>
                  <a:pt x="7298493" y="2132200"/>
                </a:lnTo>
                <a:lnTo>
                  <a:pt x="7304599" y="2163737"/>
                </a:lnTo>
                <a:lnTo>
                  <a:pt x="7293378" y="2173014"/>
                </a:lnTo>
                <a:lnTo>
                  <a:pt x="7294188" y="2183749"/>
                </a:lnTo>
                <a:moveTo>
                  <a:pt x="6637220" y="2736742"/>
                </a:moveTo>
                <a:lnTo>
                  <a:pt x="6641487" y="2731027"/>
                </a:lnTo>
                <a:lnTo>
                  <a:pt x="6596186" y="2736942"/>
                </a:lnTo>
                <a:lnTo>
                  <a:pt x="6594986" y="2741800"/>
                </a:lnTo>
                <a:lnTo>
                  <a:pt x="6309112" y="2780338"/>
                </a:lnTo>
                <a:moveTo>
                  <a:pt x="7555106" y="2276265"/>
                </a:moveTo>
                <a:lnTo>
                  <a:pt x="7558802" y="2276218"/>
                </a:lnTo>
                <a:lnTo>
                  <a:pt x="7560364" y="2265721"/>
                </a:lnTo>
                <a:lnTo>
                  <a:pt x="7619524" y="2245652"/>
                </a:lnTo>
                <a:moveTo>
                  <a:pt x="7495070" y="2288524"/>
                </a:moveTo>
                <a:lnTo>
                  <a:pt x="7503443" y="2286762"/>
                </a:lnTo>
                <a:moveTo>
                  <a:pt x="5403990" y="2791473"/>
                </a:moveTo>
                <a:lnTo>
                  <a:pt x="5395827" y="2783862"/>
                </a:lnTo>
                <a:lnTo>
                  <a:pt x="5395741" y="2775194"/>
                </a:lnTo>
                <a:lnTo>
                  <a:pt x="5410352" y="2750296"/>
                </a:lnTo>
                <a:lnTo>
                  <a:pt x="5424764" y="2737942"/>
                </a:lnTo>
                <a:lnTo>
                  <a:pt x="5454482" y="2744172"/>
                </a:lnTo>
                <a:lnTo>
                  <a:pt x="5499087" y="2765746"/>
                </a:lnTo>
                <a:lnTo>
                  <a:pt x="5513213" y="2763831"/>
                </a:lnTo>
                <a:lnTo>
                  <a:pt x="5517566" y="2746886"/>
                </a:lnTo>
                <a:lnTo>
                  <a:pt x="5500383" y="2720483"/>
                </a:lnTo>
                <a:lnTo>
                  <a:pt x="5505117" y="2698404"/>
                </a:lnTo>
                <a:lnTo>
                  <a:pt x="5514851" y="2689698"/>
                </a:lnTo>
                <a:lnTo>
                  <a:pt x="5523024" y="2693861"/>
                </a:lnTo>
                <a:lnTo>
                  <a:pt x="5535844" y="2682069"/>
                </a:lnTo>
                <a:lnTo>
                  <a:pt x="5570772" y="2672439"/>
                </a:lnTo>
                <a:lnTo>
                  <a:pt x="5569277" y="2663962"/>
                </a:lnTo>
                <a:lnTo>
                  <a:pt x="5556637" y="2652112"/>
                </a:lnTo>
                <a:lnTo>
                  <a:pt x="5552170" y="2636568"/>
                </a:lnTo>
                <a:lnTo>
                  <a:pt x="5571125" y="2605983"/>
                </a:lnTo>
                <a:lnTo>
                  <a:pt x="5583869" y="2610707"/>
                </a:lnTo>
                <a:lnTo>
                  <a:pt x="5590670" y="2602554"/>
                </a:lnTo>
                <a:lnTo>
                  <a:pt x="5583793" y="2587152"/>
                </a:lnTo>
                <a:lnTo>
                  <a:pt x="5589937" y="2577303"/>
                </a:lnTo>
                <a:lnTo>
                  <a:pt x="5601805" y="2587057"/>
                </a:lnTo>
                <a:lnTo>
                  <a:pt x="5626456" y="2579541"/>
                </a:lnTo>
                <a:lnTo>
                  <a:pt x="5627103" y="2593343"/>
                </a:lnTo>
                <a:lnTo>
                  <a:pt x="5632704" y="2595048"/>
                </a:lnTo>
                <a:lnTo>
                  <a:pt x="5641324" y="2586876"/>
                </a:lnTo>
                <a:lnTo>
                  <a:pt x="5633580" y="2573684"/>
                </a:lnTo>
                <a:lnTo>
                  <a:pt x="5637619" y="2563358"/>
                </a:lnTo>
                <a:lnTo>
                  <a:pt x="5653002" y="2576236"/>
                </a:lnTo>
                <a:lnTo>
                  <a:pt x="5669966" y="2567140"/>
                </a:lnTo>
                <a:lnTo>
                  <a:pt x="5710895" y="2584952"/>
                </a:lnTo>
                <a:lnTo>
                  <a:pt x="5720324" y="2596248"/>
                </a:lnTo>
                <a:lnTo>
                  <a:pt x="5726887" y="2590648"/>
                </a:lnTo>
                <a:lnTo>
                  <a:pt x="5730478" y="2569073"/>
                </a:lnTo>
                <a:lnTo>
                  <a:pt x="5748366" y="2561015"/>
                </a:lnTo>
                <a:lnTo>
                  <a:pt x="5763168" y="2546328"/>
                </a:lnTo>
                <a:lnTo>
                  <a:pt x="5779656" y="2566930"/>
                </a:lnTo>
                <a:lnTo>
                  <a:pt x="5793029" y="2562596"/>
                </a:lnTo>
                <a:lnTo>
                  <a:pt x="5791886" y="2575160"/>
                </a:lnTo>
                <a:lnTo>
                  <a:pt x="5795820" y="2576246"/>
                </a:lnTo>
                <a:lnTo>
                  <a:pt x="5801820" y="2570445"/>
                </a:lnTo>
                <a:lnTo>
                  <a:pt x="5802239" y="2559034"/>
                </a:lnTo>
                <a:lnTo>
                  <a:pt x="5815317" y="2555710"/>
                </a:lnTo>
                <a:lnTo>
                  <a:pt x="5810602" y="2533431"/>
                </a:lnTo>
                <a:lnTo>
                  <a:pt x="5821604" y="2529754"/>
                </a:lnTo>
                <a:lnTo>
                  <a:pt x="5824576" y="2523496"/>
                </a:lnTo>
                <a:lnTo>
                  <a:pt x="5818365" y="2515533"/>
                </a:lnTo>
                <a:lnTo>
                  <a:pt x="5828605" y="2517438"/>
                </a:lnTo>
                <a:lnTo>
                  <a:pt x="5840511" y="2509114"/>
                </a:lnTo>
                <a:lnTo>
                  <a:pt x="5831110" y="2503227"/>
                </a:lnTo>
                <a:lnTo>
                  <a:pt x="5833281" y="2497207"/>
                </a:lnTo>
                <a:lnTo>
                  <a:pt x="5848874" y="2508494"/>
                </a:lnTo>
                <a:lnTo>
                  <a:pt x="5852408" y="2526144"/>
                </a:lnTo>
                <a:lnTo>
                  <a:pt x="5866600" y="2533440"/>
                </a:lnTo>
                <a:lnTo>
                  <a:pt x="5880106" y="2532536"/>
                </a:lnTo>
                <a:lnTo>
                  <a:pt x="5890508" y="2541927"/>
                </a:lnTo>
                <a:lnTo>
                  <a:pt x="5891174" y="2534812"/>
                </a:lnTo>
                <a:lnTo>
                  <a:pt x="5907319" y="2526592"/>
                </a:lnTo>
                <a:lnTo>
                  <a:pt x="5906938" y="2497493"/>
                </a:lnTo>
                <a:lnTo>
                  <a:pt x="5917149" y="2471947"/>
                </a:lnTo>
                <a:lnTo>
                  <a:pt x="5924674" y="2468661"/>
                </a:lnTo>
                <a:lnTo>
                  <a:pt x="5930970" y="2472490"/>
                </a:lnTo>
                <a:lnTo>
                  <a:pt x="5940200" y="2465499"/>
                </a:lnTo>
                <a:lnTo>
                  <a:pt x="5949115" y="2434085"/>
                </a:lnTo>
                <a:lnTo>
                  <a:pt x="5965917" y="2426103"/>
                </a:lnTo>
                <a:lnTo>
                  <a:pt x="5976604" y="2411511"/>
                </a:lnTo>
                <a:lnTo>
                  <a:pt x="5967498" y="2379183"/>
                </a:lnTo>
                <a:lnTo>
                  <a:pt x="5970222" y="2370344"/>
                </a:lnTo>
                <a:lnTo>
                  <a:pt x="5995311" y="2365038"/>
                </a:lnTo>
                <a:lnTo>
                  <a:pt x="6013037" y="2374259"/>
                </a:lnTo>
                <a:lnTo>
                  <a:pt x="6040031" y="2352027"/>
                </a:lnTo>
                <a:lnTo>
                  <a:pt x="6068149" y="2347093"/>
                </a:lnTo>
                <a:lnTo>
                  <a:pt x="6064320" y="2338111"/>
                </a:lnTo>
                <a:lnTo>
                  <a:pt x="6070225" y="2326862"/>
                </a:lnTo>
                <a:lnTo>
                  <a:pt x="6054881" y="2322624"/>
                </a:lnTo>
                <a:lnTo>
                  <a:pt x="6060691" y="2308127"/>
                </a:lnTo>
                <a:lnTo>
                  <a:pt x="6048004" y="2292010"/>
                </a:lnTo>
                <a:lnTo>
                  <a:pt x="6069092" y="2270465"/>
                </a:lnTo>
                <a:lnTo>
                  <a:pt x="6091704" y="2283409"/>
                </a:lnTo>
                <a:lnTo>
                  <a:pt x="6117660" y="2270884"/>
                </a:lnTo>
                <a:lnTo>
                  <a:pt x="6123137" y="2283924"/>
                </a:lnTo>
                <a:lnTo>
                  <a:pt x="6143587" y="2291277"/>
                </a:lnTo>
                <a:lnTo>
                  <a:pt x="6163418" y="2331368"/>
                </a:lnTo>
                <a:lnTo>
                  <a:pt x="6186907" y="2335892"/>
                </a:lnTo>
                <a:lnTo>
                  <a:pt x="6203909" y="2330148"/>
                </a:lnTo>
                <a:lnTo>
                  <a:pt x="6218768" y="2333549"/>
                </a:lnTo>
                <a:lnTo>
                  <a:pt x="6234189" y="2344903"/>
                </a:lnTo>
                <a:lnTo>
                  <a:pt x="6238227" y="2353770"/>
                </a:lnTo>
                <a:lnTo>
                  <a:pt x="6253267" y="2357161"/>
                </a:lnTo>
                <a:lnTo>
                  <a:pt x="6257944" y="2355971"/>
                </a:lnTo>
                <a:lnTo>
                  <a:pt x="6260316" y="2345769"/>
                </a:lnTo>
                <a:lnTo>
                  <a:pt x="6276584" y="2338616"/>
                </a:lnTo>
                <a:lnTo>
                  <a:pt x="6304207" y="2345341"/>
                </a:lnTo>
                <a:lnTo>
                  <a:pt x="6315761" y="2355980"/>
                </a:lnTo>
                <a:lnTo>
                  <a:pt x="6322647" y="2348398"/>
                </a:lnTo>
                <a:lnTo>
                  <a:pt x="6339135" y="2346770"/>
                </a:lnTo>
                <a:lnTo>
                  <a:pt x="6354566" y="2322995"/>
                </a:lnTo>
                <a:lnTo>
                  <a:pt x="6377530" y="2314651"/>
                </a:lnTo>
                <a:lnTo>
                  <a:pt x="6387798" y="2347341"/>
                </a:lnTo>
                <a:lnTo>
                  <a:pt x="6412201" y="2353799"/>
                </a:lnTo>
                <a:lnTo>
                  <a:pt x="6430023" y="2369229"/>
                </a:lnTo>
                <a:lnTo>
                  <a:pt x="6440538" y="2409377"/>
                </a:lnTo>
                <a:lnTo>
                  <a:pt x="6435328" y="2416016"/>
                </a:lnTo>
                <a:lnTo>
                  <a:pt x="6437386" y="2429437"/>
                </a:lnTo>
                <a:lnTo>
                  <a:pt x="6432194" y="2431466"/>
                </a:lnTo>
                <a:lnTo>
                  <a:pt x="6457540" y="2462765"/>
                </a:lnTo>
                <a:lnTo>
                  <a:pt x="6466618" y="2465251"/>
                </a:lnTo>
                <a:lnTo>
                  <a:pt x="6462055" y="2476576"/>
                </a:lnTo>
                <a:lnTo>
                  <a:pt x="6476428" y="2484615"/>
                </a:lnTo>
                <a:lnTo>
                  <a:pt x="6477752" y="2492683"/>
                </a:lnTo>
                <a:lnTo>
                  <a:pt x="6492621" y="2503561"/>
                </a:lnTo>
                <a:lnTo>
                  <a:pt x="6503413" y="2526459"/>
                </a:lnTo>
                <a:lnTo>
                  <a:pt x="6512576" y="2527030"/>
                </a:lnTo>
                <a:lnTo>
                  <a:pt x="6544866" y="2548928"/>
                </a:lnTo>
                <a:lnTo>
                  <a:pt x="6560563" y="2545547"/>
                </a:lnTo>
                <a:lnTo>
                  <a:pt x="6506413" y="2611765"/>
                </a:lnTo>
                <a:lnTo>
                  <a:pt x="6483572" y="2623556"/>
                </a:lnTo>
                <a:lnTo>
                  <a:pt x="6450397" y="2650960"/>
                </a:lnTo>
                <a:lnTo>
                  <a:pt x="6452530" y="2666609"/>
                </a:lnTo>
                <a:lnTo>
                  <a:pt x="6430832" y="2683993"/>
                </a:lnTo>
                <a:lnTo>
                  <a:pt x="6431575" y="2702566"/>
                </a:lnTo>
                <a:lnTo>
                  <a:pt x="6411430" y="2714330"/>
                </a:lnTo>
                <a:lnTo>
                  <a:pt x="6400857" y="2714234"/>
                </a:lnTo>
                <a:lnTo>
                  <a:pt x="6393580" y="2738895"/>
                </a:lnTo>
                <a:lnTo>
                  <a:pt x="6348603" y="2761012"/>
                </a:lnTo>
                <a:lnTo>
                  <a:pt x="6331258" y="2763564"/>
                </a:lnTo>
                <a:lnTo>
                  <a:pt x="6312970" y="2775194"/>
                </a:lnTo>
                <a:lnTo>
                  <a:pt x="6307093" y="2784472"/>
                </a:lnTo>
                <a:lnTo>
                  <a:pt x="5979366" y="2816142"/>
                </a:lnTo>
                <a:lnTo>
                  <a:pt x="5841940" y="2823267"/>
                </a:lnTo>
                <a:lnTo>
                  <a:pt x="5833053" y="2828163"/>
                </a:lnTo>
                <a:lnTo>
                  <a:pt x="5828405" y="2824610"/>
                </a:lnTo>
                <a:lnTo>
                  <a:pt x="5620522" y="2847927"/>
                </a:lnTo>
                <a:lnTo>
                  <a:pt x="5620569" y="2841498"/>
                </a:lnTo>
                <a:lnTo>
                  <a:pt x="5583879" y="2841565"/>
                </a:lnTo>
                <a:lnTo>
                  <a:pt x="5592566" y="2869844"/>
                </a:lnTo>
                <a:lnTo>
                  <a:pt x="5589908" y="2879255"/>
                </a:lnTo>
                <a:lnTo>
                  <a:pt x="5364261" y="2896133"/>
                </a:lnTo>
                <a:lnTo>
                  <a:pt x="5370976" y="2869101"/>
                </a:lnTo>
                <a:lnTo>
                  <a:pt x="5377291" y="2867149"/>
                </a:lnTo>
                <a:lnTo>
                  <a:pt x="5389312" y="2880436"/>
                </a:lnTo>
                <a:lnTo>
                  <a:pt x="5396760" y="2876750"/>
                </a:lnTo>
                <a:lnTo>
                  <a:pt x="5404456" y="2858014"/>
                </a:lnTo>
                <a:lnTo>
                  <a:pt x="5396970" y="2843146"/>
                </a:lnTo>
                <a:lnTo>
                  <a:pt x="5409943" y="2836278"/>
                </a:lnTo>
                <a:lnTo>
                  <a:pt x="5400494" y="2830516"/>
                </a:lnTo>
                <a:lnTo>
                  <a:pt x="5398703" y="2823629"/>
                </a:lnTo>
                <a:lnTo>
                  <a:pt x="5406038" y="2817609"/>
                </a:lnTo>
                <a:lnTo>
                  <a:pt x="5409733" y="2794749"/>
                </a:lnTo>
                <a:lnTo>
                  <a:pt x="5405257" y="2791082"/>
                </a:lnTo>
                <a:lnTo>
                  <a:pt x="5395474" y="2793892"/>
                </a:lnTo>
                <a:lnTo>
                  <a:pt x="5382587" y="2774042"/>
                </a:lnTo>
                <a:lnTo>
                  <a:pt x="5373881" y="2775423"/>
                </a:lnTo>
                <a:lnTo>
                  <a:pt x="5382482" y="2784319"/>
                </a:lnTo>
                <a:lnTo>
                  <a:pt x="5379930" y="2791806"/>
                </a:lnTo>
                <a:lnTo>
                  <a:pt x="5361775" y="2780900"/>
                </a:lnTo>
                <a:lnTo>
                  <a:pt x="5361927" y="2770737"/>
                </a:lnTo>
                <a:lnTo>
                  <a:pt x="5347868" y="2751992"/>
                </a:lnTo>
                <a:lnTo>
                  <a:pt x="5346554" y="2739314"/>
                </a:lnTo>
                <a:lnTo>
                  <a:pt x="5336267" y="2732256"/>
                </a:lnTo>
                <a:lnTo>
                  <a:pt x="5340382" y="2721874"/>
                </a:lnTo>
                <a:lnTo>
                  <a:pt x="5349383" y="2718368"/>
                </a:lnTo>
                <a:lnTo>
                  <a:pt x="5350716" y="2709720"/>
                </a:lnTo>
                <a:lnTo>
                  <a:pt x="5332876" y="2679402"/>
                </a:lnTo>
                <a:lnTo>
                  <a:pt x="5331771" y="2669886"/>
                </a:lnTo>
                <a:lnTo>
                  <a:pt x="5338782" y="2667248"/>
                </a:lnTo>
                <a:lnTo>
                  <a:pt x="5331276" y="2657589"/>
                </a:lnTo>
                <a:lnTo>
                  <a:pt x="5330704" y="2646759"/>
                </a:lnTo>
                <a:lnTo>
                  <a:pt x="5313512" y="2635920"/>
                </a:lnTo>
                <a:lnTo>
                  <a:pt x="5306016" y="2636349"/>
                </a:lnTo>
                <a:lnTo>
                  <a:pt x="5304292" y="2625947"/>
                </a:lnTo>
                <a:lnTo>
                  <a:pt x="5284594" y="2616327"/>
                </a:lnTo>
                <a:lnTo>
                  <a:pt x="5274716" y="2605707"/>
                </a:lnTo>
                <a:lnTo>
                  <a:pt x="5265582" y="2613746"/>
                </a:lnTo>
                <a:lnTo>
                  <a:pt x="5257495" y="2611803"/>
                </a:lnTo>
                <a:lnTo>
                  <a:pt x="5252942" y="2602563"/>
                </a:lnTo>
                <a:lnTo>
                  <a:pt x="5260591" y="2595058"/>
                </a:lnTo>
                <a:lnTo>
                  <a:pt x="5248856" y="2595124"/>
                </a:lnTo>
                <a:lnTo>
                  <a:pt x="5229625" y="2582989"/>
                </a:lnTo>
                <a:lnTo>
                  <a:pt x="5187391" y="2545309"/>
                </a:lnTo>
                <a:lnTo>
                  <a:pt x="5183915" y="2519648"/>
                </a:lnTo>
                <a:lnTo>
                  <a:pt x="5210099" y="2460898"/>
                </a:lnTo>
                <a:lnTo>
                  <a:pt x="5204546" y="2437105"/>
                </a:lnTo>
                <a:lnTo>
                  <a:pt x="5217557" y="2421131"/>
                </a:lnTo>
                <a:lnTo>
                  <a:pt x="5219157" y="2411444"/>
                </a:lnTo>
                <a:lnTo>
                  <a:pt x="5195602" y="2396919"/>
                </a:lnTo>
                <a:lnTo>
                  <a:pt x="5164598" y="2388641"/>
                </a:lnTo>
                <a:lnTo>
                  <a:pt x="5147243" y="2409996"/>
                </a:lnTo>
                <a:lnTo>
                  <a:pt x="5131079" y="2401367"/>
                </a:lnTo>
                <a:lnTo>
                  <a:pt x="5119773" y="2372963"/>
                </a:lnTo>
                <a:lnTo>
                  <a:pt x="5124431" y="2362876"/>
                </a:lnTo>
                <a:lnTo>
                  <a:pt x="5114811" y="2330701"/>
                </a:lnTo>
                <a:lnTo>
                  <a:pt x="5063500" y="2292915"/>
                </a:lnTo>
                <a:lnTo>
                  <a:pt x="5052651" y="2274475"/>
                </a:lnTo>
                <a:lnTo>
                  <a:pt x="5044078" y="2272903"/>
                </a:lnTo>
                <a:lnTo>
                  <a:pt x="5038992" y="2261702"/>
                </a:lnTo>
                <a:lnTo>
                  <a:pt x="5008188" y="2236632"/>
                </a:lnTo>
                <a:lnTo>
                  <a:pt x="5008216" y="2223211"/>
                </a:lnTo>
                <a:lnTo>
                  <a:pt x="4996186" y="2212696"/>
                </a:lnTo>
                <a:lnTo>
                  <a:pt x="4997996" y="2195303"/>
                </a:lnTo>
                <a:lnTo>
                  <a:pt x="4984975" y="2173043"/>
                </a:lnTo>
                <a:lnTo>
                  <a:pt x="4981156" y="2131171"/>
                </a:lnTo>
                <a:lnTo>
                  <a:pt x="4989366" y="2104368"/>
                </a:lnTo>
                <a:lnTo>
                  <a:pt x="5000520" y="2095986"/>
                </a:lnTo>
                <a:lnTo>
                  <a:pt x="5000854" y="2074726"/>
                </a:lnTo>
                <a:lnTo>
                  <a:pt x="4994405" y="2062543"/>
                </a:lnTo>
                <a:lnTo>
                  <a:pt x="5003521" y="2050732"/>
                </a:lnTo>
                <a:lnTo>
                  <a:pt x="5027190" y="2044541"/>
                </a:lnTo>
                <a:lnTo>
                  <a:pt x="5036715" y="2037350"/>
                </a:lnTo>
                <a:lnTo>
                  <a:pt x="5039906" y="2005222"/>
                </a:lnTo>
                <a:lnTo>
                  <a:pt x="5059051" y="1982372"/>
                </a:lnTo>
                <a:lnTo>
                  <a:pt x="5059680" y="1946224"/>
                </a:lnTo>
                <a:lnTo>
                  <a:pt x="5032143" y="1917221"/>
                </a:lnTo>
                <a:lnTo>
                  <a:pt x="5040773" y="1880464"/>
                </a:lnTo>
                <a:lnTo>
                  <a:pt x="5050774" y="1875692"/>
                </a:lnTo>
                <a:lnTo>
                  <a:pt x="5058623" y="1877987"/>
                </a:lnTo>
                <a:lnTo>
                  <a:pt x="5071158" y="1870215"/>
                </a:lnTo>
                <a:lnTo>
                  <a:pt x="5100571" y="1867119"/>
                </a:lnTo>
                <a:lnTo>
                  <a:pt x="5115230" y="1853232"/>
                </a:lnTo>
                <a:lnTo>
                  <a:pt x="5129889" y="1852527"/>
                </a:lnTo>
                <a:lnTo>
                  <a:pt x="5147348" y="1837982"/>
                </a:lnTo>
                <a:lnTo>
                  <a:pt x="5150425" y="1805330"/>
                </a:lnTo>
                <a:lnTo>
                  <a:pt x="5169551" y="1790062"/>
                </a:lnTo>
                <a:lnTo>
                  <a:pt x="5173332" y="1749066"/>
                </a:lnTo>
                <a:lnTo>
                  <a:pt x="5168370" y="1725520"/>
                </a:lnTo>
                <a:lnTo>
                  <a:pt x="5132070" y="1704861"/>
                </a:lnTo>
                <a:lnTo>
                  <a:pt x="5125336" y="1694164"/>
                </a:lnTo>
                <a:lnTo>
                  <a:pt x="5126526" y="1683534"/>
                </a:lnTo>
                <a:lnTo>
                  <a:pt x="5090055" y="1655521"/>
                </a:lnTo>
                <a:lnTo>
                  <a:pt x="5090217" y="1647825"/>
                </a:lnTo>
                <a:lnTo>
                  <a:pt x="5523119" y="1620383"/>
                </a:lnTo>
                <a:moveTo>
                  <a:pt x="5579783" y="1780413"/>
                </a:moveTo>
                <a:lnTo>
                  <a:pt x="5622750" y="2274532"/>
                </a:lnTo>
                <a:lnTo>
                  <a:pt x="5613883" y="2278294"/>
                </a:lnTo>
                <a:lnTo>
                  <a:pt x="5611511" y="2289391"/>
                </a:lnTo>
                <a:lnTo>
                  <a:pt x="5618340" y="2302269"/>
                </a:lnTo>
                <a:lnTo>
                  <a:pt x="5608320" y="2318671"/>
                </a:lnTo>
                <a:lnTo>
                  <a:pt x="5621655" y="2335987"/>
                </a:lnTo>
                <a:lnTo>
                  <a:pt x="5622017" y="2350418"/>
                </a:lnTo>
                <a:lnTo>
                  <a:pt x="5633228" y="2356676"/>
                </a:lnTo>
                <a:lnTo>
                  <a:pt x="5628342" y="2376345"/>
                </a:lnTo>
                <a:lnTo>
                  <a:pt x="5633009" y="2379002"/>
                </a:lnTo>
                <a:lnTo>
                  <a:pt x="5639714" y="2400805"/>
                </a:lnTo>
                <a:lnTo>
                  <a:pt x="5635238" y="2413597"/>
                </a:lnTo>
                <a:lnTo>
                  <a:pt x="5621807" y="2424198"/>
                </a:lnTo>
                <a:lnTo>
                  <a:pt x="5618312" y="2452449"/>
                </a:lnTo>
                <a:lnTo>
                  <a:pt x="5605643" y="2460336"/>
                </a:lnTo>
                <a:lnTo>
                  <a:pt x="5605929" y="2474262"/>
                </a:lnTo>
                <a:lnTo>
                  <a:pt x="5594575" y="2488359"/>
                </a:lnTo>
                <a:lnTo>
                  <a:pt x="5592832" y="2502608"/>
                </a:lnTo>
                <a:lnTo>
                  <a:pt x="5587756" y="2496255"/>
                </a:lnTo>
                <a:lnTo>
                  <a:pt x="5582136" y="2505961"/>
                </a:lnTo>
                <a:lnTo>
                  <a:pt x="5581526" y="2500284"/>
                </a:lnTo>
                <a:lnTo>
                  <a:pt x="5577068" y="2501360"/>
                </a:lnTo>
                <a:lnTo>
                  <a:pt x="5574354" y="2513266"/>
                </a:lnTo>
                <a:lnTo>
                  <a:pt x="5569658" y="2509314"/>
                </a:lnTo>
                <a:lnTo>
                  <a:pt x="5570963" y="2519286"/>
                </a:lnTo>
                <a:lnTo>
                  <a:pt x="5581583" y="2531840"/>
                </a:lnTo>
                <a:lnTo>
                  <a:pt x="5567705" y="2543356"/>
                </a:lnTo>
                <a:lnTo>
                  <a:pt x="5576478" y="2542022"/>
                </a:lnTo>
                <a:lnTo>
                  <a:pt x="5576249" y="2548995"/>
                </a:lnTo>
                <a:lnTo>
                  <a:pt x="5564676" y="2556081"/>
                </a:lnTo>
                <a:lnTo>
                  <a:pt x="5570382" y="2557510"/>
                </a:lnTo>
                <a:lnTo>
                  <a:pt x="5570630" y="2570702"/>
                </a:lnTo>
                <a:lnTo>
                  <a:pt x="5562209" y="2579427"/>
                </a:lnTo>
                <a:lnTo>
                  <a:pt x="5571820" y="2585733"/>
                </a:lnTo>
                <a:lnTo>
                  <a:pt x="5557990" y="2585485"/>
                </a:lnTo>
                <a:lnTo>
                  <a:pt x="5570830" y="2599277"/>
                </a:lnTo>
                <a:lnTo>
                  <a:pt x="5561552" y="2600249"/>
                </a:lnTo>
                <a:lnTo>
                  <a:pt x="5561962" y="2604287"/>
                </a:lnTo>
                <a:lnTo>
                  <a:pt x="5571125" y="2605983"/>
                </a:lnTo>
                <a:moveTo>
                  <a:pt x="5591508" y="3195838"/>
                </a:moveTo>
                <a:lnTo>
                  <a:pt x="6028811" y="3156166"/>
                </a:lnTo>
                <a:moveTo>
                  <a:pt x="6226559" y="3974154"/>
                </a:moveTo>
                <a:lnTo>
                  <a:pt x="5766826" y="4021922"/>
                </a:lnTo>
                <a:lnTo>
                  <a:pt x="5768892" y="4031380"/>
                </a:lnTo>
                <a:lnTo>
                  <a:pt x="5762863" y="4049868"/>
                </a:lnTo>
                <a:lnTo>
                  <a:pt x="5783313" y="4073719"/>
                </a:lnTo>
                <a:lnTo>
                  <a:pt x="5806945" y="4085911"/>
                </a:lnTo>
                <a:lnTo>
                  <a:pt x="5810202" y="4098179"/>
                </a:lnTo>
                <a:lnTo>
                  <a:pt x="5802782" y="4120820"/>
                </a:lnTo>
                <a:lnTo>
                  <a:pt x="5807659" y="4129783"/>
                </a:lnTo>
                <a:lnTo>
                  <a:pt x="5818518" y="4134060"/>
                </a:lnTo>
                <a:lnTo>
                  <a:pt x="5807974" y="4142137"/>
                </a:lnTo>
                <a:lnTo>
                  <a:pt x="5805087" y="4155472"/>
                </a:lnTo>
                <a:lnTo>
                  <a:pt x="5797734" y="4161606"/>
                </a:lnTo>
                <a:lnTo>
                  <a:pt x="5803259" y="4164406"/>
                </a:lnTo>
                <a:lnTo>
                  <a:pt x="5794467" y="4169769"/>
                </a:lnTo>
                <a:moveTo>
                  <a:pt x="4205192" y="1674447"/>
                </a:moveTo>
                <a:lnTo>
                  <a:pt x="4197982" y="1668818"/>
                </a:lnTo>
                <a:lnTo>
                  <a:pt x="4200468" y="1660703"/>
                </a:lnTo>
                <a:lnTo>
                  <a:pt x="4194543" y="1645082"/>
                </a:lnTo>
                <a:lnTo>
                  <a:pt x="4177246" y="1629166"/>
                </a:lnTo>
                <a:lnTo>
                  <a:pt x="4175903" y="1622622"/>
                </a:lnTo>
                <a:lnTo>
                  <a:pt x="4193324" y="1590294"/>
                </a:lnTo>
                <a:lnTo>
                  <a:pt x="4191029" y="1583846"/>
                </a:lnTo>
                <a:lnTo>
                  <a:pt x="4198715" y="1565634"/>
                </a:lnTo>
                <a:lnTo>
                  <a:pt x="4194696" y="1558833"/>
                </a:lnTo>
                <a:lnTo>
                  <a:pt x="4203440" y="1554270"/>
                </a:lnTo>
                <a:lnTo>
                  <a:pt x="4207164" y="1542393"/>
                </a:lnTo>
                <a:lnTo>
                  <a:pt x="4201373" y="1521381"/>
                </a:lnTo>
                <a:lnTo>
                  <a:pt x="4188562" y="1520647"/>
                </a:lnTo>
                <a:lnTo>
                  <a:pt x="4189695" y="1513342"/>
                </a:lnTo>
                <a:lnTo>
                  <a:pt x="4184875" y="1511275"/>
                </a:lnTo>
                <a:lnTo>
                  <a:pt x="4185647" y="1505140"/>
                </a:lnTo>
                <a:lnTo>
                  <a:pt x="4193191" y="1504798"/>
                </a:lnTo>
                <a:lnTo>
                  <a:pt x="4194619" y="1486881"/>
                </a:lnTo>
                <a:lnTo>
                  <a:pt x="4183732" y="1476661"/>
                </a:lnTo>
                <a:lnTo>
                  <a:pt x="4183113" y="1462783"/>
                </a:lnTo>
                <a:lnTo>
                  <a:pt x="4604690" y="1459420"/>
                </a:lnTo>
                <a:lnTo>
                  <a:pt x="4992167" y="1444952"/>
                </a:lnTo>
                <a:lnTo>
                  <a:pt x="4995396" y="1475813"/>
                </a:lnTo>
                <a:lnTo>
                  <a:pt x="5010779" y="1483185"/>
                </a:lnTo>
                <a:lnTo>
                  <a:pt x="5018837" y="1494987"/>
                </a:lnTo>
                <a:lnTo>
                  <a:pt x="5002435" y="1521133"/>
                </a:lnTo>
                <a:lnTo>
                  <a:pt x="5002511" y="1535230"/>
                </a:lnTo>
                <a:lnTo>
                  <a:pt x="5009340" y="1568329"/>
                </a:lnTo>
                <a:lnTo>
                  <a:pt x="5016427" y="1573187"/>
                </a:lnTo>
                <a:lnTo>
                  <a:pt x="5023304" y="1600562"/>
                </a:lnTo>
                <a:lnTo>
                  <a:pt x="5041563" y="1613316"/>
                </a:lnTo>
                <a:lnTo>
                  <a:pt x="5078616" y="1621688"/>
                </a:lnTo>
                <a:lnTo>
                  <a:pt x="5090217" y="1647825"/>
                </a:lnTo>
                <a:moveTo>
                  <a:pt x="4993424" y="2100710"/>
                </a:moveTo>
                <a:lnTo>
                  <a:pt x="4976574" y="2094681"/>
                </a:lnTo>
                <a:lnTo>
                  <a:pt x="4976031" y="2084794"/>
                </a:lnTo>
                <a:lnTo>
                  <a:pt x="4968164" y="2083518"/>
                </a:lnTo>
                <a:lnTo>
                  <a:pt x="4960325" y="2068078"/>
                </a:lnTo>
                <a:lnTo>
                  <a:pt x="4949409" y="2065087"/>
                </a:lnTo>
                <a:lnTo>
                  <a:pt x="4942542" y="2053561"/>
                </a:lnTo>
                <a:lnTo>
                  <a:pt x="4572914" y="2074174"/>
                </a:lnTo>
                <a:lnTo>
                  <a:pt x="4309948" y="2074535"/>
                </a:lnTo>
                <a:moveTo>
                  <a:pt x="5344096" y="2897753"/>
                </a:moveTo>
                <a:lnTo>
                  <a:pt x="5347773" y="2904020"/>
                </a:lnTo>
                <a:lnTo>
                  <a:pt x="5344116" y="2912688"/>
                </a:lnTo>
                <a:lnTo>
                  <a:pt x="5350393" y="2926413"/>
                </a:lnTo>
                <a:lnTo>
                  <a:pt x="5333162" y="2935357"/>
                </a:lnTo>
                <a:lnTo>
                  <a:pt x="5348354" y="2949178"/>
                </a:lnTo>
                <a:lnTo>
                  <a:pt x="5321179" y="2951426"/>
                </a:lnTo>
                <a:lnTo>
                  <a:pt x="5340487" y="2974353"/>
                </a:lnTo>
                <a:lnTo>
                  <a:pt x="5327733" y="2984440"/>
                </a:lnTo>
                <a:lnTo>
                  <a:pt x="5325399" y="2999623"/>
                </a:lnTo>
                <a:lnTo>
                  <a:pt x="5318903" y="3004252"/>
                </a:lnTo>
                <a:moveTo>
                  <a:pt x="4502448" y="2932186"/>
                </a:moveTo>
                <a:lnTo>
                  <a:pt x="4498477" y="2373592"/>
                </a:lnTo>
                <a:lnTo>
                  <a:pt x="4487189" y="2373211"/>
                </a:lnTo>
                <a:lnTo>
                  <a:pt x="4484256" y="2367629"/>
                </a:lnTo>
                <a:lnTo>
                  <a:pt x="4474435" y="2370734"/>
                </a:lnTo>
                <a:lnTo>
                  <a:pt x="4461243" y="2362552"/>
                </a:lnTo>
                <a:lnTo>
                  <a:pt x="4459891" y="2352818"/>
                </a:lnTo>
                <a:lnTo>
                  <a:pt x="4447956" y="2341245"/>
                </a:lnTo>
                <a:lnTo>
                  <a:pt x="4451013" y="2324843"/>
                </a:lnTo>
                <a:lnTo>
                  <a:pt x="4441917" y="2325005"/>
                </a:lnTo>
                <a:lnTo>
                  <a:pt x="4414942" y="2293153"/>
                </a:lnTo>
                <a:lnTo>
                  <a:pt x="4415838" y="2285676"/>
                </a:lnTo>
                <a:lnTo>
                  <a:pt x="4424391" y="2283114"/>
                </a:lnTo>
                <a:lnTo>
                  <a:pt x="4427677" y="2267131"/>
                </a:lnTo>
                <a:lnTo>
                  <a:pt x="4436574" y="2262626"/>
                </a:lnTo>
                <a:lnTo>
                  <a:pt x="4437402" y="2251548"/>
                </a:lnTo>
                <a:lnTo>
                  <a:pt x="4447918" y="2254587"/>
                </a:lnTo>
                <a:lnTo>
                  <a:pt x="4453642" y="2250538"/>
                </a:lnTo>
                <a:lnTo>
                  <a:pt x="4452509" y="2244261"/>
                </a:lnTo>
                <a:lnTo>
                  <a:pt x="4445775" y="2247186"/>
                </a:lnTo>
                <a:lnTo>
                  <a:pt x="4442079" y="2243814"/>
                </a:lnTo>
                <a:lnTo>
                  <a:pt x="4451404" y="2235775"/>
                </a:lnTo>
                <a:lnTo>
                  <a:pt x="4441193" y="2227774"/>
                </a:lnTo>
                <a:lnTo>
                  <a:pt x="4442727" y="2220011"/>
                </a:lnTo>
                <a:lnTo>
                  <a:pt x="4430211" y="2217658"/>
                </a:lnTo>
                <a:lnTo>
                  <a:pt x="4425639" y="2225078"/>
                </a:lnTo>
                <a:lnTo>
                  <a:pt x="4411304" y="2223402"/>
                </a:lnTo>
                <a:lnTo>
                  <a:pt x="4407837" y="2216753"/>
                </a:lnTo>
                <a:lnTo>
                  <a:pt x="4399559" y="2217220"/>
                </a:lnTo>
                <a:lnTo>
                  <a:pt x="4399102" y="2209886"/>
                </a:lnTo>
                <a:lnTo>
                  <a:pt x="4382576" y="2197179"/>
                </a:lnTo>
                <a:moveTo>
                  <a:pt x="4103160" y="319345"/>
                </a:moveTo>
                <a:lnTo>
                  <a:pt x="4109437" y="356911"/>
                </a:lnTo>
                <a:lnTo>
                  <a:pt x="4120591" y="384496"/>
                </a:lnTo>
                <a:lnTo>
                  <a:pt x="4111095" y="413480"/>
                </a:lnTo>
                <a:lnTo>
                  <a:pt x="4116934" y="468068"/>
                </a:lnTo>
                <a:lnTo>
                  <a:pt x="4113028" y="495824"/>
                </a:lnTo>
                <a:lnTo>
                  <a:pt x="4122601" y="515950"/>
                </a:lnTo>
                <a:lnTo>
                  <a:pt x="4129107" y="552002"/>
                </a:lnTo>
                <a:lnTo>
                  <a:pt x="4152319" y="607581"/>
                </a:lnTo>
                <a:lnTo>
                  <a:pt x="4154081" y="731596"/>
                </a:lnTo>
                <a:lnTo>
                  <a:pt x="4160168" y="747789"/>
                </a:lnTo>
                <a:lnTo>
                  <a:pt x="4164663" y="748675"/>
                </a:lnTo>
                <a:lnTo>
                  <a:pt x="4158320" y="772325"/>
                </a:lnTo>
                <a:lnTo>
                  <a:pt x="4158586" y="804177"/>
                </a:lnTo>
                <a:lnTo>
                  <a:pt x="4169826" y="849916"/>
                </a:lnTo>
                <a:lnTo>
                  <a:pt x="4186714" y="872452"/>
                </a:lnTo>
                <a:lnTo>
                  <a:pt x="4192943" y="923715"/>
                </a:lnTo>
                <a:lnTo>
                  <a:pt x="4191429" y="954643"/>
                </a:lnTo>
                <a:lnTo>
                  <a:pt x="3692395" y="941251"/>
                </a:lnTo>
                <a:lnTo>
                  <a:pt x="3107703" y="903427"/>
                </a:lnTo>
                <a:lnTo>
                  <a:pt x="3160709" y="273510"/>
                </a:lnTo>
                <a:moveTo>
                  <a:pt x="7497451" y="1927317"/>
                </a:moveTo>
                <a:lnTo>
                  <a:pt x="7498909" y="1932184"/>
                </a:lnTo>
                <a:moveTo>
                  <a:pt x="7630706" y="2151717"/>
                </a:moveTo>
                <a:lnTo>
                  <a:pt x="7528579" y="2172329"/>
                </a:lnTo>
                <a:lnTo>
                  <a:pt x="7457580" y="1916116"/>
                </a:lnTo>
                <a:lnTo>
                  <a:pt x="7472658" y="1891503"/>
                </a:lnTo>
                <a:lnTo>
                  <a:pt x="7494356" y="1883540"/>
                </a:lnTo>
                <a:lnTo>
                  <a:pt x="7513663" y="1887922"/>
                </a:lnTo>
                <a:lnTo>
                  <a:pt x="7507605" y="1893846"/>
                </a:lnTo>
                <a:lnTo>
                  <a:pt x="7502462" y="1914125"/>
                </a:lnTo>
                <a:moveTo>
                  <a:pt x="0" y="1138923"/>
                </a:moveTo>
                <a:lnTo>
                  <a:pt x="468935" y="1274950"/>
                </a:lnTo>
                <a:lnTo>
                  <a:pt x="622992" y="1315336"/>
                </a:lnTo>
                <a:lnTo>
                  <a:pt x="465487" y="1924602"/>
                </a:lnTo>
                <a:lnTo>
                  <a:pt x="1140714" y="2940606"/>
                </a:lnTo>
                <a:lnTo>
                  <a:pt x="1135285" y="2967152"/>
                </a:lnTo>
                <a:lnTo>
                  <a:pt x="1144553" y="2991688"/>
                </a:lnTo>
                <a:lnTo>
                  <a:pt x="1155983" y="3005823"/>
                </a:lnTo>
                <a:lnTo>
                  <a:pt x="1163593" y="3046200"/>
                </a:lnTo>
                <a:lnTo>
                  <a:pt x="1159716" y="3060811"/>
                </a:lnTo>
                <a:lnTo>
                  <a:pt x="1167975" y="3064107"/>
                </a:lnTo>
                <a:lnTo>
                  <a:pt x="1190463" y="3090034"/>
                </a:lnTo>
                <a:lnTo>
                  <a:pt x="1194283" y="3108503"/>
                </a:lnTo>
                <a:lnTo>
                  <a:pt x="1175118" y="3121781"/>
                </a:lnTo>
                <a:lnTo>
                  <a:pt x="1140666" y="3132020"/>
                </a:lnTo>
                <a:lnTo>
                  <a:pt x="1133475" y="3148794"/>
                </a:lnTo>
                <a:lnTo>
                  <a:pt x="1113549" y="3163681"/>
                </a:lnTo>
                <a:lnTo>
                  <a:pt x="1116940" y="3170949"/>
                </a:lnTo>
                <a:lnTo>
                  <a:pt x="1109939" y="3188570"/>
                </a:lnTo>
                <a:lnTo>
                  <a:pt x="1111301" y="3211735"/>
                </a:lnTo>
                <a:lnTo>
                  <a:pt x="1103662" y="3217250"/>
                </a:lnTo>
                <a:lnTo>
                  <a:pt x="1099842" y="3242767"/>
                </a:lnTo>
                <a:lnTo>
                  <a:pt x="1086364" y="3251397"/>
                </a:lnTo>
                <a:lnTo>
                  <a:pt x="1075849" y="3265713"/>
                </a:lnTo>
                <a:lnTo>
                  <a:pt x="1059866" y="3266313"/>
                </a:lnTo>
                <a:lnTo>
                  <a:pt x="1062323" y="3278048"/>
                </a:lnTo>
                <a:lnTo>
                  <a:pt x="1054646" y="3287211"/>
                </a:lnTo>
                <a:lnTo>
                  <a:pt x="1062876" y="3298250"/>
                </a:lnTo>
                <a:lnTo>
                  <a:pt x="1050055" y="3332112"/>
                </a:lnTo>
                <a:lnTo>
                  <a:pt x="1055294" y="3345018"/>
                </a:lnTo>
                <a:lnTo>
                  <a:pt x="1058742" y="3342237"/>
                </a:lnTo>
                <a:lnTo>
                  <a:pt x="1062476" y="3347618"/>
                </a:lnTo>
                <a:lnTo>
                  <a:pt x="1080621" y="3352009"/>
                </a:lnTo>
                <a:lnTo>
                  <a:pt x="1081659" y="3363249"/>
                </a:lnTo>
                <a:lnTo>
                  <a:pt x="1085764" y="3365116"/>
                </a:lnTo>
                <a:lnTo>
                  <a:pt x="1080621" y="3390100"/>
                </a:lnTo>
                <a:lnTo>
                  <a:pt x="1067972" y="3398644"/>
                </a:lnTo>
                <a:lnTo>
                  <a:pt x="1067162" y="3406254"/>
                </a:lnTo>
                <a:lnTo>
                  <a:pt x="1050836" y="3409150"/>
                </a:lnTo>
                <a:lnTo>
                  <a:pt x="1036787" y="3402701"/>
                </a:lnTo>
                <a:lnTo>
                  <a:pt x="1032662" y="3407597"/>
                </a:lnTo>
                <a:moveTo>
                  <a:pt x="7880204" y="610514"/>
                </a:moveTo>
                <a:lnTo>
                  <a:pt x="7990265" y="956215"/>
                </a:lnTo>
                <a:lnTo>
                  <a:pt x="7994494" y="959244"/>
                </a:lnTo>
                <a:lnTo>
                  <a:pt x="7997942" y="993324"/>
                </a:lnTo>
                <a:lnTo>
                  <a:pt x="8003410" y="1001763"/>
                </a:lnTo>
                <a:lnTo>
                  <a:pt x="8032833" y="1019480"/>
                </a:lnTo>
                <a:lnTo>
                  <a:pt x="8035719" y="1040035"/>
                </a:lnTo>
                <a:lnTo>
                  <a:pt x="8057369" y="1048741"/>
                </a:lnTo>
                <a:moveTo>
                  <a:pt x="8051082" y="1091165"/>
                </a:moveTo>
                <a:lnTo>
                  <a:pt x="8047120" y="1094708"/>
                </a:lnTo>
                <a:lnTo>
                  <a:pt x="8036004" y="1092146"/>
                </a:lnTo>
                <a:lnTo>
                  <a:pt x="8020460" y="1102309"/>
                </a:lnTo>
                <a:lnTo>
                  <a:pt x="8018488" y="1114292"/>
                </a:lnTo>
                <a:lnTo>
                  <a:pt x="8003476" y="1117797"/>
                </a:lnTo>
                <a:lnTo>
                  <a:pt x="8004943" y="1132827"/>
                </a:lnTo>
                <a:lnTo>
                  <a:pt x="7995314" y="1134313"/>
                </a:lnTo>
                <a:lnTo>
                  <a:pt x="7990618" y="1145448"/>
                </a:lnTo>
                <a:lnTo>
                  <a:pt x="7817577" y="1183872"/>
                </a:lnTo>
                <a:lnTo>
                  <a:pt x="7800975" y="1170422"/>
                </a:lnTo>
                <a:lnTo>
                  <a:pt x="7794889" y="1140914"/>
                </a:lnTo>
                <a:lnTo>
                  <a:pt x="7805395" y="1126569"/>
                </a:lnTo>
                <a:lnTo>
                  <a:pt x="7799546" y="1118025"/>
                </a:lnTo>
                <a:lnTo>
                  <a:pt x="7801146" y="1103138"/>
                </a:lnTo>
                <a:lnTo>
                  <a:pt x="7796127" y="1098185"/>
                </a:lnTo>
                <a:lnTo>
                  <a:pt x="7796698" y="1062504"/>
                </a:lnTo>
                <a:lnTo>
                  <a:pt x="7790431" y="1050369"/>
                </a:lnTo>
                <a:lnTo>
                  <a:pt x="7785602" y="1008945"/>
                </a:lnTo>
                <a:lnTo>
                  <a:pt x="7791631" y="1001639"/>
                </a:lnTo>
                <a:lnTo>
                  <a:pt x="7790364" y="979132"/>
                </a:lnTo>
                <a:lnTo>
                  <a:pt x="7800804" y="962492"/>
                </a:lnTo>
                <a:lnTo>
                  <a:pt x="7798927" y="943089"/>
                </a:lnTo>
                <a:lnTo>
                  <a:pt x="7806500" y="920791"/>
                </a:lnTo>
                <a:lnTo>
                  <a:pt x="7801937" y="914019"/>
                </a:lnTo>
                <a:lnTo>
                  <a:pt x="7809090" y="890835"/>
                </a:lnTo>
                <a:lnTo>
                  <a:pt x="7794669" y="854859"/>
                </a:lnTo>
                <a:lnTo>
                  <a:pt x="7803661" y="839543"/>
                </a:lnTo>
                <a:lnTo>
                  <a:pt x="7826750" y="829885"/>
                </a:lnTo>
                <a:lnTo>
                  <a:pt x="7827331" y="820074"/>
                </a:lnTo>
                <a:lnTo>
                  <a:pt x="7840008" y="813140"/>
                </a:lnTo>
                <a:lnTo>
                  <a:pt x="7844571" y="799195"/>
                </a:lnTo>
                <a:lnTo>
                  <a:pt x="7852896" y="791061"/>
                </a:lnTo>
                <a:lnTo>
                  <a:pt x="7847162" y="780002"/>
                </a:lnTo>
                <a:lnTo>
                  <a:pt x="7854267" y="772182"/>
                </a:lnTo>
                <a:lnTo>
                  <a:pt x="7831893" y="742655"/>
                </a:lnTo>
                <a:lnTo>
                  <a:pt x="7843209" y="706774"/>
                </a:lnTo>
                <a:lnTo>
                  <a:pt x="7832703" y="691591"/>
                </a:lnTo>
                <a:lnTo>
                  <a:pt x="7841809" y="683695"/>
                </a:lnTo>
                <a:lnTo>
                  <a:pt x="7836694" y="685105"/>
                </a:lnTo>
                <a:moveTo>
                  <a:pt x="352149" y="315277"/>
                </a:moveTo>
                <a:lnTo>
                  <a:pt x="363388" y="317449"/>
                </a:lnTo>
                <a:lnTo>
                  <a:pt x="366989" y="326155"/>
                </a:lnTo>
                <a:lnTo>
                  <a:pt x="363731" y="335490"/>
                </a:lnTo>
                <a:lnTo>
                  <a:pt x="369875" y="344995"/>
                </a:lnTo>
                <a:lnTo>
                  <a:pt x="382438" y="349044"/>
                </a:lnTo>
                <a:lnTo>
                  <a:pt x="400802" y="344891"/>
                </a:lnTo>
                <a:lnTo>
                  <a:pt x="407594" y="347682"/>
                </a:lnTo>
                <a:lnTo>
                  <a:pt x="431073" y="376542"/>
                </a:lnTo>
                <a:lnTo>
                  <a:pt x="436493" y="404698"/>
                </a:lnTo>
                <a:lnTo>
                  <a:pt x="425901" y="467477"/>
                </a:lnTo>
                <a:lnTo>
                  <a:pt x="439950" y="481803"/>
                </a:lnTo>
                <a:lnTo>
                  <a:pt x="466077" y="499291"/>
                </a:lnTo>
                <a:lnTo>
                  <a:pt x="474964" y="499148"/>
                </a:lnTo>
                <a:lnTo>
                  <a:pt x="485099" y="509054"/>
                </a:lnTo>
                <a:lnTo>
                  <a:pt x="533352" y="505511"/>
                </a:lnTo>
                <a:lnTo>
                  <a:pt x="562146" y="495405"/>
                </a:lnTo>
                <a:lnTo>
                  <a:pt x="576062" y="501853"/>
                </a:lnTo>
                <a:lnTo>
                  <a:pt x="602266" y="502244"/>
                </a:lnTo>
                <a:lnTo>
                  <a:pt x="615848" y="512997"/>
                </a:lnTo>
                <a:lnTo>
                  <a:pt x="628498" y="514093"/>
                </a:lnTo>
                <a:lnTo>
                  <a:pt x="643795" y="525532"/>
                </a:lnTo>
                <a:lnTo>
                  <a:pt x="646976" y="540458"/>
                </a:lnTo>
                <a:lnTo>
                  <a:pt x="664064" y="535057"/>
                </a:lnTo>
                <a:lnTo>
                  <a:pt x="687286" y="543382"/>
                </a:lnTo>
                <a:lnTo>
                  <a:pt x="729463" y="532447"/>
                </a:lnTo>
                <a:lnTo>
                  <a:pt x="739683" y="536772"/>
                </a:lnTo>
                <a:lnTo>
                  <a:pt x="748208" y="548469"/>
                </a:lnTo>
                <a:lnTo>
                  <a:pt x="759495" y="550412"/>
                </a:lnTo>
                <a:lnTo>
                  <a:pt x="788108" y="552145"/>
                </a:lnTo>
                <a:lnTo>
                  <a:pt x="795671" y="546364"/>
                </a:lnTo>
                <a:lnTo>
                  <a:pt x="827732" y="541249"/>
                </a:lnTo>
                <a:lnTo>
                  <a:pt x="871052" y="545354"/>
                </a:lnTo>
                <a:lnTo>
                  <a:pt x="884015" y="535181"/>
                </a:lnTo>
                <a:lnTo>
                  <a:pt x="899198" y="541868"/>
                </a:lnTo>
                <a:lnTo>
                  <a:pt x="933355" y="543230"/>
                </a:lnTo>
                <a:lnTo>
                  <a:pt x="951443" y="549250"/>
                </a:lnTo>
                <a:lnTo>
                  <a:pt x="974360" y="540563"/>
                </a:lnTo>
                <a:lnTo>
                  <a:pt x="1266320" y="610171"/>
                </a:lnTo>
                <a:lnTo>
                  <a:pt x="1277503" y="648910"/>
                </a:lnTo>
                <a:lnTo>
                  <a:pt x="1287599" y="650958"/>
                </a:lnTo>
                <a:lnTo>
                  <a:pt x="1292200" y="661416"/>
                </a:lnTo>
                <a:lnTo>
                  <a:pt x="1307668" y="671436"/>
                </a:lnTo>
                <a:lnTo>
                  <a:pt x="1312869" y="704164"/>
                </a:lnTo>
                <a:lnTo>
                  <a:pt x="1270302" y="754799"/>
                </a:lnTo>
                <a:lnTo>
                  <a:pt x="1254233" y="789556"/>
                </a:lnTo>
                <a:lnTo>
                  <a:pt x="1231849" y="810111"/>
                </a:lnTo>
                <a:lnTo>
                  <a:pt x="1225077" y="837457"/>
                </a:lnTo>
                <a:lnTo>
                  <a:pt x="1208513" y="855926"/>
                </a:lnTo>
                <a:lnTo>
                  <a:pt x="1187548" y="863356"/>
                </a:lnTo>
                <a:lnTo>
                  <a:pt x="1166212" y="899417"/>
                </a:lnTo>
                <a:lnTo>
                  <a:pt x="1152773" y="907894"/>
                </a:lnTo>
                <a:lnTo>
                  <a:pt x="1151668" y="919458"/>
                </a:lnTo>
                <a:lnTo>
                  <a:pt x="1146258" y="924792"/>
                </a:lnTo>
                <a:lnTo>
                  <a:pt x="1151144" y="938746"/>
                </a:lnTo>
                <a:lnTo>
                  <a:pt x="1144572" y="945613"/>
                </a:lnTo>
                <a:lnTo>
                  <a:pt x="1147029" y="951262"/>
                </a:lnTo>
                <a:lnTo>
                  <a:pt x="1154249" y="956234"/>
                </a:lnTo>
                <a:lnTo>
                  <a:pt x="1160936" y="953100"/>
                </a:lnTo>
                <a:lnTo>
                  <a:pt x="1166022" y="965140"/>
                </a:lnTo>
                <a:lnTo>
                  <a:pt x="1169994" y="961844"/>
                </a:lnTo>
                <a:lnTo>
                  <a:pt x="1177852" y="964844"/>
                </a:lnTo>
                <a:lnTo>
                  <a:pt x="1176376" y="974284"/>
                </a:lnTo>
                <a:lnTo>
                  <a:pt x="1185958" y="984361"/>
                </a:lnTo>
                <a:lnTo>
                  <a:pt x="1177452" y="995343"/>
                </a:lnTo>
                <a:lnTo>
                  <a:pt x="1170432" y="996915"/>
                </a:lnTo>
                <a:lnTo>
                  <a:pt x="1172108" y="1017384"/>
                </a:lnTo>
                <a:lnTo>
                  <a:pt x="1165546" y="1019699"/>
                </a:lnTo>
                <a:lnTo>
                  <a:pt x="1165441" y="1030967"/>
                </a:lnTo>
                <a:lnTo>
                  <a:pt x="1150639" y="1047188"/>
                </a:lnTo>
                <a:lnTo>
                  <a:pt x="1067476" y="1421482"/>
                </a:lnTo>
                <a:lnTo>
                  <a:pt x="622992" y="1315336"/>
                </a:lnTo>
                <a:moveTo>
                  <a:pt x="7817577" y="1183872"/>
                </a:moveTo>
                <a:lnTo>
                  <a:pt x="7695886" y="1209951"/>
                </a:lnTo>
                <a:lnTo>
                  <a:pt x="7661843" y="1048179"/>
                </a:lnTo>
                <a:lnTo>
                  <a:pt x="7647794" y="1031567"/>
                </a:lnTo>
                <a:lnTo>
                  <a:pt x="7638393" y="1034615"/>
                </a:lnTo>
                <a:lnTo>
                  <a:pt x="7637688" y="1046931"/>
                </a:lnTo>
                <a:lnTo>
                  <a:pt x="7631516" y="1044073"/>
                </a:lnTo>
                <a:lnTo>
                  <a:pt x="7634221" y="1003878"/>
                </a:lnTo>
                <a:lnTo>
                  <a:pt x="7625715" y="995439"/>
                </a:lnTo>
                <a:lnTo>
                  <a:pt x="7625696" y="983647"/>
                </a:lnTo>
                <a:lnTo>
                  <a:pt x="7608103" y="951452"/>
                </a:lnTo>
                <a:lnTo>
                  <a:pt x="7607751" y="920163"/>
                </a:lnTo>
                <a:lnTo>
                  <a:pt x="7615323" y="902313"/>
                </a:lnTo>
                <a:lnTo>
                  <a:pt x="7607236" y="882977"/>
                </a:lnTo>
                <a:lnTo>
                  <a:pt x="7609437" y="866070"/>
                </a:lnTo>
                <a:lnTo>
                  <a:pt x="7586767" y="833371"/>
                </a:lnTo>
                <a:lnTo>
                  <a:pt x="7586567" y="796814"/>
                </a:lnTo>
                <a:lnTo>
                  <a:pt x="7576880" y="787089"/>
                </a:lnTo>
                <a:lnTo>
                  <a:pt x="7579376" y="770877"/>
                </a:lnTo>
                <a:lnTo>
                  <a:pt x="7574194" y="752142"/>
                </a:lnTo>
                <a:moveTo>
                  <a:pt x="3120476" y="2786063"/>
                </a:moveTo>
                <a:lnTo>
                  <a:pt x="3112694" y="2890876"/>
                </a:lnTo>
                <a:moveTo>
                  <a:pt x="6747453" y="1509017"/>
                </a:moveTo>
                <a:lnTo>
                  <a:pt x="6757216" y="1565034"/>
                </a:lnTo>
                <a:lnTo>
                  <a:pt x="7048938" y="1511703"/>
                </a:lnTo>
                <a:lnTo>
                  <a:pt x="7424118" y="1435217"/>
                </a:lnTo>
                <a:lnTo>
                  <a:pt x="7435872" y="1444190"/>
                </a:lnTo>
                <a:lnTo>
                  <a:pt x="7442073" y="1458963"/>
                </a:lnTo>
                <a:lnTo>
                  <a:pt x="7455246" y="1454353"/>
                </a:lnTo>
                <a:lnTo>
                  <a:pt x="7472686" y="1462907"/>
                </a:lnTo>
                <a:lnTo>
                  <a:pt x="7469610" y="1472098"/>
                </a:lnTo>
                <a:lnTo>
                  <a:pt x="7478316" y="1474803"/>
                </a:lnTo>
                <a:lnTo>
                  <a:pt x="7485878" y="1502054"/>
                </a:lnTo>
                <a:lnTo>
                  <a:pt x="7481849" y="1505598"/>
                </a:lnTo>
                <a:lnTo>
                  <a:pt x="7501366" y="1528067"/>
                </a:lnTo>
                <a:lnTo>
                  <a:pt x="7512310" y="1526743"/>
                </a:lnTo>
                <a:lnTo>
                  <a:pt x="7516816" y="1533620"/>
                </a:lnTo>
                <a:lnTo>
                  <a:pt x="7540695" y="1529991"/>
                </a:lnTo>
                <a:lnTo>
                  <a:pt x="7551210" y="1541983"/>
                </a:lnTo>
                <a:lnTo>
                  <a:pt x="7537266" y="1554509"/>
                </a:lnTo>
                <a:lnTo>
                  <a:pt x="7530541" y="1586084"/>
                </a:lnTo>
                <a:lnTo>
                  <a:pt x="7518702" y="1604381"/>
                </a:lnTo>
                <a:lnTo>
                  <a:pt x="7518121" y="1608620"/>
                </a:lnTo>
                <a:lnTo>
                  <a:pt x="7521740" y="1608096"/>
                </a:lnTo>
                <a:lnTo>
                  <a:pt x="7501519" y="1633442"/>
                </a:lnTo>
                <a:lnTo>
                  <a:pt x="7519387" y="1656655"/>
                </a:lnTo>
                <a:lnTo>
                  <a:pt x="7513415" y="1661779"/>
                </a:lnTo>
                <a:lnTo>
                  <a:pt x="7514044" y="1673695"/>
                </a:lnTo>
                <a:lnTo>
                  <a:pt x="7502404" y="1684782"/>
                </a:lnTo>
                <a:lnTo>
                  <a:pt x="7504024" y="1697365"/>
                </a:lnTo>
                <a:lnTo>
                  <a:pt x="7508891" y="1699679"/>
                </a:lnTo>
                <a:lnTo>
                  <a:pt x="7506481" y="1705918"/>
                </a:lnTo>
                <a:lnTo>
                  <a:pt x="7511139" y="1721025"/>
                </a:lnTo>
                <a:lnTo>
                  <a:pt x="7522683" y="1718672"/>
                </a:lnTo>
                <a:lnTo>
                  <a:pt x="7531884" y="1723854"/>
                </a:lnTo>
                <a:lnTo>
                  <a:pt x="7538752" y="1748485"/>
                </a:lnTo>
                <a:lnTo>
                  <a:pt x="7554020" y="1749523"/>
                </a:lnTo>
                <a:lnTo>
                  <a:pt x="7560726" y="1760801"/>
                </a:lnTo>
                <a:lnTo>
                  <a:pt x="7602798" y="1790967"/>
                </a:lnTo>
                <a:lnTo>
                  <a:pt x="7595025" y="1799844"/>
                </a:lnTo>
                <a:lnTo>
                  <a:pt x="7588558" y="1800044"/>
                </a:lnTo>
                <a:lnTo>
                  <a:pt x="7584615" y="1810207"/>
                </a:lnTo>
                <a:lnTo>
                  <a:pt x="7572689" y="1817313"/>
                </a:lnTo>
                <a:lnTo>
                  <a:pt x="7549229" y="1844564"/>
                </a:lnTo>
                <a:lnTo>
                  <a:pt x="7549896" y="1860985"/>
                </a:lnTo>
                <a:lnTo>
                  <a:pt x="7521302" y="1875520"/>
                </a:lnTo>
                <a:lnTo>
                  <a:pt x="7511920" y="1887122"/>
                </a:lnTo>
                <a:moveTo>
                  <a:pt x="7457580" y="1916116"/>
                </a:moveTo>
                <a:lnTo>
                  <a:pt x="7196404" y="1970522"/>
                </a:lnTo>
                <a:lnTo>
                  <a:pt x="6883079" y="2028787"/>
                </a:lnTo>
                <a:moveTo>
                  <a:pt x="6688674" y="1866167"/>
                </a:moveTo>
                <a:lnTo>
                  <a:pt x="6643021" y="1588799"/>
                </a:lnTo>
                <a:moveTo>
                  <a:pt x="3089215" y="1100042"/>
                </a:moveTo>
                <a:lnTo>
                  <a:pt x="3107703" y="903427"/>
                </a:lnTo>
                <a:moveTo>
                  <a:pt x="4191429" y="954643"/>
                </a:moveTo>
                <a:lnTo>
                  <a:pt x="4188466" y="978598"/>
                </a:lnTo>
                <a:lnTo>
                  <a:pt x="4176798" y="995458"/>
                </a:lnTo>
                <a:lnTo>
                  <a:pt x="4151433" y="1013793"/>
                </a:lnTo>
                <a:lnTo>
                  <a:pt x="4148157" y="1022861"/>
                </a:lnTo>
                <a:lnTo>
                  <a:pt x="4171950" y="1062352"/>
                </a:lnTo>
                <a:lnTo>
                  <a:pt x="4196867" y="1071201"/>
                </a:lnTo>
                <a:lnTo>
                  <a:pt x="4206840" y="1087412"/>
                </a:lnTo>
                <a:lnTo>
                  <a:pt x="4205021" y="1462916"/>
                </a:lnTo>
                <a:moveTo>
                  <a:pt x="1266320" y="610171"/>
                </a:moveTo>
                <a:lnTo>
                  <a:pt x="1261196" y="588988"/>
                </a:lnTo>
                <a:lnTo>
                  <a:pt x="1273321" y="574996"/>
                </a:lnTo>
                <a:lnTo>
                  <a:pt x="1268740" y="566385"/>
                </a:lnTo>
                <a:lnTo>
                  <a:pt x="1270044" y="546811"/>
                </a:lnTo>
                <a:lnTo>
                  <a:pt x="1261939" y="532857"/>
                </a:lnTo>
                <a:lnTo>
                  <a:pt x="1268835" y="520627"/>
                </a:lnTo>
                <a:lnTo>
                  <a:pt x="1386307" y="0"/>
                </a:lnTo>
                <a:moveTo>
                  <a:pt x="1519285" y="28842"/>
                </a:moveTo>
                <a:lnTo>
                  <a:pt x="1475070" y="235296"/>
                </a:lnTo>
                <a:lnTo>
                  <a:pt x="1488081" y="264147"/>
                </a:lnTo>
                <a:lnTo>
                  <a:pt x="1495787" y="271386"/>
                </a:lnTo>
                <a:lnTo>
                  <a:pt x="1495501" y="286407"/>
                </a:lnTo>
                <a:lnTo>
                  <a:pt x="1500340" y="287245"/>
                </a:lnTo>
                <a:lnTo>
                  <a:pt x="1507969" y="301771"/>
                </a:lnTo>
                <a:lnTo>
                  <a:pt x="1504378" y="309639"/>
                </a:lnTo>
                <a:lnTo>
                  <a:pt x="1508017" y="322059"/>
                </a:lnTo>
                <a:lnTo>
                  <a:pt x="1497387" y="331670"/>
                </a:lnTo>
                <a:lnTo>
                  <a:pt x="1504550" y="336442"/>
                </a:lnTo>
                <a:lnTo>
                  <a:pt x="1504159" y="345529"/>
                </a:lnTo>
                <a:lnTo>
                  <a:pt x="1511703" y="348167"/>
                </a:lnTo>
                <a:lnTo>
                  <a:pt x="1491329" y="355702"/>
                </a:lnTo>
                <a:lnTo>
                  <a:pt x="1514199" y="372589"/>
                </a:lnTo>
                <a:lnTo>
                  <a:pt x="1524048" y="392620"/>
                </a:lnTo>
                <a:lnTo>
                  <a:pt x="1545317" y="402784"/>
                </a:lnTo>
                <a:lnTo>
                  <a:pt x="1545174" y="416824"/>
                </a:lnTo>
                <a:lnTo>
                  <a:pt x="1563424" y="438941"/>
                </a:lnTo>
                <a:lnTo>
                  <a:pt x="1571377" y="468392"/>
                </a:lnTo>
                <a:lnTo>
                  <a:pt x="1577997" y="469230"/>
                </a:lnTo>
                <a:lnTo>
                  <a:pt x="1586532" y="482394"/>
                </a:lnTo>
                <a:lnTo>
                  <a:pt x="1580817" y="493481"/>
                </a:lnTo>
                <a:lnTo>
                  <a:pt x="1582731" y="499491"/>
                </a:lnTo>
                <a:lnTo>
                  <a:pt x="1602315" y="519408"/>
                </a:lnTo>
                <a:lnTo>
                  <a:pt x="1597457" y="527533"/>
                </a:lnTo>
                <a:lnTo>
                  <a:pt x="1599743" y="531781"/>
                </a:lnTo>
                <a:lnTo>
                  <a:pt x="1611363" y="524989"/>
                </a:lnTo>
                <a:lnTo>
                  <a:pt x="1620431" y="533533"/>
                </a:lnTo>
                <a:lnTo>
                  <a:pt x="1616545" y="538839"/>
                </a:lnTo>
                <a:lnTo>
                  <a:pt x="1619183" y="548240"/>
                </a:lnTo>
                <a:lnTo>
                  <a:pt x="1639614" y="553088"/>
                </a:lnTo>
                <a:lnTo>
                  <a:pt x="1655797" y="548830"/>
                </a:lnTo>
                <a:lnTo>
                  <a:pt x="1660112" y="552955"/>
                </a:lnTo>
                <a:lnTo>
                  <a:pt x="1652321" y="579758"/>
                </a:lnTo>
                <a:lnTo>
                  <a:pt x="1642815" y="582397"/>
                </a:lnTo>
                <a:lnTo>
                  <a:pt x="1644634" y="595941"/>
                </a:lnTo>
                <a:lnTo>
                  <a:pt x="1635671" y="604561"/>
                </a:lnTo>
                <a:lnTo>
                  <a:pt x="1631261" y="624707"/>
                </a:lnTo>
                <a:lnTo>
                  <a:pt x="1624079" y="627650"/>
                </a:lnTo>
                <a:lnTo>
                  <a:pt x="1623812" y="647386"/>
                </a:lnTo>
                <a:lnTo>
                  <a:pt x="1614307" y="647119"/>
                </a:lnTo>
                <a:lnTo>
                  <a:pt x="1611325" y="651643"/>
                </a:lnTo>
                <a:lnTo>
                  <a:pt x="1618726" y="662664"/>
                </a:lnTo>
                <a:lnTo>
                  <a:pt x="1609487" y="674894"/>
                </a:lnTo>
                <a:lnTo>
                  <a:pt x="1613173" y="675732"/>
                </a:lnTo>
                <a:lnTo>
                  <a:pt x="1611906" y="683447"/>
                </a:lnTo>
                <a:lnTo>
                  <a:pt x="1620784" y="688343"/>
                </a:lnTo>
                <a:lnTo>
                  <a:pt x="1616354" y="696411"/>
                </a:lnTo>
                <a:lnTo>
                  <a:pt x="1620326" y="708508"/>
                </a:lnTo>
                <a:lnTo>
                  <a:pt x="1616164" y="713861"/>
                </a:lnTo>
                <a:lnTo>
                  <a:pt x="1600619" y="713403"/>
                </a:lnTo>
                <a:lnTo>
                  <a:pt x="1590599" y="725672"/>
                </a:lnTo>
                <a:lnTo>
                  <a:pt x="1597857" y="742074"/>
                </a:lnTo>
                <a:lnTo>
                  <a:pt x="1594323" y="750789"/>
                </a:lnTo>
                <a:lnTo>
                  <a:pt x="1585446" y="753608"/>
                </a:lnTo>
                <a:lnTo>
                  <a:pt x="1587865" y="760581"/>
                </a:lnTo>
                <a:lnTo>
                  <a:pt x="1583207" y="768391"/>
                </a:lnTo>
                <a:lnTo>
                  <a:pt x="1597123" y="772077"/>
                </a:lnTo>
                <a:lnTo>
                  <a:pt x="1611287" y="796490"/>
                </a:lnTo>
                <a:lnTo>
                  <a:pt x="1621317" y="792756"/>
                </a:lnTo>
                <a:lnTo>
                  <a:pt x="1626927" y="781174"/>
                </a:lnTo>
                <a:lnTo>
                  <a:pt x="1634480" y="784603"/>
                </a:lnTo>
                <a:lnTo>
                  <a:pt x="1651854" y="776383"/>
                </a:lnTo>
                <a:lnTo>
                  <a:pt x="1664570" y="765505"/>
                </a:lnTo>
                <a:lnTo>
                  <a:pt x="1666132" y="756876"/>
                </a:lnTo>
                <a:lnTo>
                  <a:pt x="1677162" y="759000"/>
                </a:lnTo>
                <a:lnTo>
                  <a:pt x="1679105" y="775068"/>
                </a:lnTo>
                <a:lnTo>
                  <a:pt x="1692354" y="781802"/>
                </a:lnTo>
                <a:lnTo>
                  <a:pt x="1685211" y="797700"/>
                </a:lnTo>
                <a:lnTo>
                  <a:pt x="1694698" y="799824"/>
                </a:lnTo>
                <a:lnTo>
                  <a:pt x="1689383" y="820779"/>
                </a:lnTo>
                <a:lnTo>
                  <a:pt x="1694717" y="827189"/>
                </a:lnTo>
                <a:lnTo>
                  <a:pt x="1691573" y="839410"/>
                </a:lnTo>
                <a:lnTo>
                  <a:pt x="1696374" y="856440"/>
                </a:lnTo>
                <a:lnTo>
                  <a:pt x="1706280" y="871576"/>
                </a:lnTo>
                <a:lnTo>
                  <a:pt x="1707452" y="885101"/>
                </a:lnTo>
                <a:lnTo>
                  <a:pt x="1716291" y="889597"/>
                </a:lnTo>
                <a:lnTo>
                  <a:pt x="1713824" y="894426"/>
                </a:lnTo>
                <a:lnTo>
                  <a:pt x="1722530" y="902579"/>
                </a:lnTo>
                <a:lnTo>
                  <a:pt x="1719929" y="923173"/>
                </a:lnTo>
                <a:lnTo>
                  <a:pt x="1711309" y="925306"/>
                </a:lnTo>
                <a:lnTo>
                  <a:pt x="1714729" y="940403"/>
                </a:lnTo>
                <a:lnTo>
                  <a:pt x="1727321" y="954272"/>
                </a:lnTo>
                <a:lnTo>
                  <a:pt x="1728083" y="961825"/>
                </a:lnTo>
                <a:lnTo>
                  <a:pt x="1743237" y="956529"/>
                </a:lnTo>
                <a:lnTo>
                  <a:pt x="1758153" y="969893"/>
                </a:lnTo>
                <a:lnTo>
                  <a:pt x="1764735" y="1001525"/>
                </a:lnTo>
                <a:lnTo>
                  <a:pt x="1758648" y="1007574"/>
                </a:lnTo>
                <a:lnTo>
                  <a:pt x="1767021" y="1023890"/>
                </a:lnTo>
                <a:lnTo>
                  <a:pt x="1764763" y="1039425"/>
                </a:lnTo>
                <a:lnTo>
                  <a:pt x="1780156" y="1053332"/>
                </a:lnTo>
                <a:lnTo>
                  <a:pt x="1783042" y="1061999"/>
                </a:lnTo>
                <a:lnTo>
                  <a:pt x="1789871" y="1059370"/>
                </a:lnTo>
                <a:lnTo>
                  <a:pt x="1788176" y="1049617"/>
                </a:lnTo>
                <a:lnTo>
                  <a:pt x="1799187" y="1038492"/>
                </a:lnTo>
                <a:lnTo>
                  <a:pt x="1808245" y="1035863"/>
                </a:lnTo>
                <a:lnTo>
                  <a:pt x="1838687" y="1049998"/>
                </a:lnTo>
                <a:lnTo>
                  <a:pt x="1843259" y="1047198"/>
                </a:lnTo>
                <a:lnTo>
                  <a:pt x="1854641" y="1055961"/>
                </a:lnTo>
                <a:lnTo>
                  <a:pt x="1862623" y="1038787"/>
                </a:lnTo>
                <a:lnTo>
                  <a:pt x="1873720" y="1033748"/>
                </a:lnTo>
                <a:lnTo>
                  <a:pt x="1898228" y="1048064"/>
                </a:lnTo>
                <a:lnTo>
                  <a:pt x="1934232" y="1045026"/>
                </a:lnTo>
                <a:lnTo>
                  <a:pt x="1939490" y="1057504"/>
                </a:lnTo>
                <a:lnTo>
                  <a:pt x="1958388" y="1049884"/>
                </a:lnTo>
                <a:lnTo>
                  <a:pt x="1991697" y="1059504"/>
                </a:lnTo>
                <a:lnTo>
                  <a:pt x="1986153" y="1045159"/>
                </a:lnTo>
                <a:lnTo>
                  <a:pt x="1995697" y="1033786"/>
                </a:lnTo>
                <a:lnTo>
                  <a:pt x="1994678" y="1025271"/>
                </a:lnTo>
                <a:lnTo>
                  <a:pt x="2005822" y="1025871"/>
                </a:lnTo>
                <a:lnTo>
                  <a:pt x="2011575" y="1017422"/>
                </a:lnTo>
                <a:lnTo>
                  <a:pt x="2030635" y="1048379"/>
                </a:lnTo>
                <a:lnTo>
                  <a:pt x="2028987" y="1058037"/>
                </a:lnTo>
                <a:lnTo>
                  <a:pt x="2041036" y="1069172"/>
                </a:lnTo>
                <a:lnTo>
                  <a:pt x="2043008" y="1078982"/>
                </a:lnTo>
                <a:lnTo>
                  <a:pt x="2050933" y="1082250"/>
                </a:lnTo>
                <a:moveTo>
                  <a:pt x="1516313" y="1516370"/>
                </a:moveTo>
                <a:lnTo>
                  <a:pt x="1067476" y="1421482"/>
                </a:lnTo>
                <a:moveTo>
                  <a:pt x="8081267" y="1381697"/>
                </a:moveTo>
                <a:lnTo>
                  <a:pt x="8070590" y="1349207"/>
                </a:lnTo>
                <a:lnTo>
                  <a:pt x="8060417" y="1348673"/>
                </a:lnTo>
                <a:moveTo>
                  <a:pt x="8054149" y="1342654"/>
                </a:moveTo>
                <a:lnTo>
                  <a:pt x="8032137" y="1329442"/>
                </a:lnTo>
                <a:lnTo>
                  <a:pt x="8027041" y="1309059"/>
                </a:lnTo>
                <a:lnTo>
                  <a:pt x="8020926" y="1311812"/>
                </a:lnTo>
                <a:lnTo>
                  <a:pt x="8014221" y="1286323"/>
                </a:lnTo>
                <a:lnTo>
                  <a:pt x="7952680" y="1304811"/>
                </a:lnTo>
                <a:lnTo>
                  <a:pt x="7951651" y="1301725"/>
                </a:lnTo>
                <a:lnTo>
                  <a:pt x="7808785" y="1335405"/>
                </a:lnTo>
                <a:lnTo>
                  <a:pt x="7808843" y="1342568"/>
                </a:lnTo>
                <a:lnTo>
                  <a:pt x="7801661" y="1345530"/>
                </a:lnTo>
                <a:lnTo>
                  <a:pt x="7800165" y="1337491"/>
                </a:lnTo>
                <a:lnTo>
                  <a:pt x="7697553" y="1359789"/>
                </a:lnTo>
                <a:lnTo>
                  <a:pt x="7694076" y="1352741"/>
                </a:lnTo>
                <a:lnTo>
                  <a:pt x="7697581" y="1209551"/>
                </a:lnTo>
                <a:moveTo>
                  <a:pt x="7698981" y="1359456"/>
                </a:moveTo>
                <a:lnTo>
                  <a:pt x="7726518" y="1515656"/>
                </a:lnTo>
                <a:lnTo>
                  <a:pt x="7740901" y="1530039"/>
                </a:lnTo>
                <a:lnTo>
                  <a:pt x="7709316" y="1561833"/>
                </a:lnTo>
                <a:lnTo>
                  <a:pt x="7725642" y="1582874"/>
                </a:lnTo>
                <a:moveTo>
                  <a:pt x="7680636" y="1657179"/>
                </a:moveTo>
                <a:lnTo>
                  <a:pt x="7689151" y="1588970"/>
                </a:lnTo>
                <a:lnTo>
                  <a:pt x="7550696" y="1543488"/>
                </a:lnTo>
                <a:moveTo>
                  <a:pt x="7657309" y="1703260"/>
                </a:moveTo>
                <a:lnTo>
                  <a:pt x="7661338" y="1671685"/>
                </a:lnTo>
                <a:lnTo>
                  <a:pt x="7676483" y="1666551"/>
                </a:lnTo>
                <a:moveTo>
                  <a:pt x="7979835" y="1446924"/>
                </a:moveTo>
                <a:lnTo>
                  <a:pt x="7983198" y="1440780"/>
                </a:lnTo>
                <a:lnTo>
                  <a:pt x="7977807" y="1428007"/>
                </a:lnTo>
                <a:lnTo>
                  <a:pt x="7984179" y="1424864"/>
                </a:lnTo>
                <a:lnTo>
                  <a:pt x="7952680" y="1304811"/>
                </a:lnTo>
                <a:moveTo>
                  <a:pt x="7283415" y="2121694"/>
                </a:moveTo>
                <a:lnTo>
                  <a:pt x="7293245" y="2106578"/>
                </a:lnTo>
                <a:lnTo>
                  <a:pt x="7318248" y="2123551"/>
                </a:lnTo>
                <a:lnTo>
                  <a:pt x="7302065" y="2148554"/>
                </a:lnTo>
                <a:moveTo>
                  <a:pt x="3278181" y="2798388"/>
                </a:moveTo>
                <a:lnTo>
                  <a:pt x="3907507" y="2824753"/>
                </a:lnTo>
                <a:lnTo>
                  <a:pt x="4500915" y="2827144"/>
                </a:lnTo>
                <a:moveTo>
                  <a:pt x="1316822" y="2546899"/>
                </a:moveTo>
                <a:lnTo>
                  <a:pt x="1285427" y="2713549"/>
                </a:lnTo>
                <a:lnTo>
                  <a:pt x="1269654" y="2728179"/>
                </a:lnTo>
                <a:lnTo>
                  <a:pt x="1262224" y="2744638"/>
                </a:lnTo>
                <a:lnTo>
                  <a:pt x="1244794" y="2742933"/>
                </a:lnTo>
                <a:lnTo>
                  <a:pt x="1236069" y="2732808"/>
                </a:lnTo>
                <a:lnTo>
                  <a:pt x="1238155" y="2728303"/>
                </a:lnTo>
                <a:lnTo>
                  <a:pt x="1230182" y="2713749"/>
                </a:lnTo>
                <a:lnTo>
                  <a:pt x="1224896" y="2711796"/>
                </a:lnTo>
                <a:lnTo>
                  <a:pt x="1217305" y="2714892"/>
                </a:lnTo>
                <a:lnTo>
                  <a:pt x="1208332" y="2712520"/>
                </a:lnTo>
                <a:lnTo>
                  <a:pt x="1207665" y="2707643"/>
                </a:lnTo>
                <a:lnTo>
                  <a:pt x="1187701" y="2705548"/>
                </a:lnTo>
                <a:lnTo>
                  <a:pt x="1165174" y="2712872"/>
                </a:lnTo>
                <a:lnTo>
                  <a:pt x="1163279" y="2743210"/>
                </a:lnTo>
                <a:lnTo>
                  <a:pt x="1170918" y="2759554"/>
                </a:lnTo>
                <a:lnTo>
                  <a:pt x="1160736" y="2772232"/>
                </a:lnTo>
                <a:lnTo>
                  <a:pt x="1158107" y="2804884"/>
                </a:lnTo>
                <a:lnTo>
                  <a:pt x="1162364" y="2814437"/>
                </a:lnTo>
                <a:lnTo>
                  <a:pt x="1153401" y="2838593"/>
                </a:lnTo>
                <a:lnTo>
                  <a:pt x="1159926" y="2869063"/>
                </a:lnTo>
                <a:lnTo>
                  <a:pt x="1158783" y="2905277"/>
                </a:lnTo>
                <a:lnTo>
                  <a:pt x="1155011" y="2916260"/>
                </a:lnTo>
                <a:lnTo>
                  <a:pt x="1142609" y="2919555"/>
                </a:lnTo>
                <a:lnTo>
                  <a:pt x="1148515" y="2927861"/>
                </a:lnTo>
                <a:lnTo>
                  <a:pt x="1140714" y="2940606"/>
                </a:lnTo>
                <a:moveTo>
                  <a:pt x="4844482" y="782517"/>
                </a:moveTo>
                <a:lnTo>
                  <a:pt x="4829451" y="774497"/>
                </a:lnTo>
                <a:lnTo>
                  <a:pt x="4817212" y="784250"/>
                </a:lnTo>
                <a:lnTo>
                  <a:pt x="4821488" y="787737"/>
                </a:lnTo>
                <a:lnTo>
                  <a:pt x="4816554" y="795518"/>
                </a:lnTo>
                <a:lnTo>
                  <a:pt x="4805096" y="792194"/>
                </a:lnTo>
                <a:lnTo>
                  <a:pt x="4809506" y="915486"/>
                </a:lnTo>
                <a:lnTo>
                  <a:pt x="4803981" y="918134"/>
                </a:lnTo>
                <a:lnTo>
                  <a:pt x="4801629" y="928011"/>
                </a:lnTo>
                <a:lnTo>
                  <a:pt x="4790446" y="926649"/>
                </a:lnTo>
                <a:lnTo>
                  <a:pt x="4784931" y="937355"/>
                </a:lnTo>
                <a:lnTo>
                  <a:pt x="4776492" y="935698"/>
                </a:lnTo>
                <a:lnTo>
                  <a:pt x="4773130" y="942403"/>
                </a:lnTo>
                <a:lnTo>
                  <a:pt x="4750965" y="955005"/>
                </a:lnTo>
                <a:lnTo>
                  <a:pt x="4740726" y="982570"/>
                </a:lnTo>
                <a:lnTo>
                  <a:pt x="4728753" y="992686"/>
                </a:lnTo>
                <a:lnTo>
                  <a:pt x="4727610" y="1022328"/>
                </a:lnTo>
                <a:lnTo>
                  <a:pt x="4744212" y="1023547"/>
                </a:lnTo>
                <a:lnTo>
                  <a:pt x="4763157" y="1049017"/>
                </a:lnTo>
                <a:lnTo>
                  <a:pt x="4762919" y="1058018"/>
                </a:lnTo>
                <a:lnTo>
                  <a:pt x="4747422" y="1081802"/>
                </a:lnTo>
                <a:lnTo>
                  <a:pt x="4751908" y="1117406"/>
                </a:lnTo>
                <a:lnTo>
                  <a:pt x="4742974" y="1129103"/>
                </a:lnTo>
                <a:lnTo>
                  <a:pt x="4749260" y="1136542"/>
                </a:lnTo>
                <a:lnTo>
                  <a:pt x="4751556" y="1154630"/>
                </a:lnTo>
                <a:lnTo>
                  <a:pt x="4744422" y="1193673"/>
                </a:lnTo>
                <a:lnTo>
                  <a:pt x="4771130" y="1214142"/>
                </a:lnTo>
                <a:lnTo>
                  <a:pt x="4784303" y="1230706"/>
                </a:lnTo>
                <a:lnTo>
                  <a:pt x="4815640" y="1232354"/>
                </a:lnTo>
                <a:lnTo>
                  <a:pt x="4831871" y="1254414"/>
                </a:lnTo>
                <a:lnTo>
                  <a:pt x="4871437" y="1269425"/>
                </a:lnTo>
                <a:lnTo>
                  <a:pt x="4879486" y="1278112"/>
                </a:lnTo>
                <a:lnTo>
                  <a:pt x="4887039" y="1303315"/>
                </a:lnTo>
                <a:lnTo>
                  <a:pt x="4910547" y="1316974"/>
                </a:lnTo>
                <a:lnTo>
                  <a:pt x="4930778" y="1336758"/>
                </a:lnTo>
                <a:lnTo>
                  <a:pt x="4954915" y="1342854"/>
                </a:lnTo>
                <a:lnTo>
                  <a:pt x="4985328" y="1387869"/>
                </a:lnTo>
                <a:lnTo>
                  <a:pt x="4983309" y="1421349"/>
                </a:lnTo>
                <a:lnTo>
                  <a:pt x="4989195" y="1428074"/>
                </a:lnTo>
                <a:lnTo>
                  <a:pt x="4992167" y="1444952"/>
                </a:lnTo>
                <a:moveTo>
                  <a:pt x="6059100" y="2280523"/>
                </a:moveTo>
                <a:lnTo>
                  <a:pt x="5997369" y="1739627"/>
                </a:lnTo>
                <a:lnTo>
                  <a:pt x="6203499" y="1706013"/>
                </a:lnTo>
                <a:moveTo>
                  <a:pt x="5686196" y="1759563"/>
                </a:moveTo>
                <a:lnTo>
                  <a:pt x="5995816" y="1726254"/>
                </a:lnTo>
                <a:lnTo>
                  <a:pt x="5997369" y="1739627"/>
                </a:lnTo>
                <a:moveTo>
                  <a:pt x="5074730" y="800214"/>
                </a:moveTo>
                <a:lnTo>
                  <a:pt x="5078692" y="806939"/>
                </a:lnTo>
                <a:lnTo>
                  <a:pt x="5087255" y="802138"/>
                </a:lnTo>
                <a:lnTo>
                  <a:pt x="5090189" y="809682"/>
                </a:lnTo>
                <a:lnTo>
                  <a:pt x="5104676" y="812263"/>
                </a:lnTo>
                <a:lnTo>
                  <a:pt x="5120354" y="845163"/>
                </a:lnTo>
                <a:lnTo>
                  <a:pt x="5271354" y="876329"/>
                </a:lnTo>
                <a:lnTo>
                  <a:pt x="5313226" y="897760"/>
                </a:lnTo>
                <a:lnTo>
                  <a:pt x="5325189" y="895645"/>
                </a:lnTo>
                <a:lnTo>
                  <a:pt x="5337496" y="902675"/>
                </a:lnTo>
                <a:lnTo>
                  <a:pt x="5343144" y="896683"/>
                </a:lnTo>
                <a:lnTo>
                  <a:pt x="5357251" y="894683"/>
                </a:lnTo>
                <a:lnTo>
                  <a:pt x="5360079" y="899951"/>
                </a:lnTo>
                <a:lnTo>
                  <a:pt x="5371557" y="902713"/>
                </a:lnTo>
                <a:lnTo>
                  <a:pt x="5377158" y="899341"/>
                </a:lnTo>
                <a:lnTo>
                  <a:pt x="5385244" y="905085"/>
                </a:lnTo>
                <a:lnTo>
                  <a:pt x="5404799" y="905018"/>
                </a:lnTo>
                <a:lnTo>
                  <a:pt x="5417249" y="911266"/>
                </a:lnTo>
                <a:lnTo>
                  <a:pt x="5422525" y="920991"/>
                </a:lnTo>
                <a:lnTo>
                  <a:pt x="5415363" y="933374"/>
                </a:lnTo>
                <a:lnTo>
                  <a:pt x="5423916" y="938860"/>
                </a:lnTo>
                <a:lnTo>
                  <a:pt x="5435336" y="935012"/>
                </a:lnTo>
                <a:lnTo>
                  <a:pt x="5440547" y="941965"/>
                </a:lnTo>
                <a:lnTo>
                  <a:pt x="5453291" y="942061"/>
                </a:lnTo>
                <a:lnTo>
                  <a:pt x="5468293" y="955672"/>
                </a:lnTo>
                <a:lnTo>
                  <a:pt x="5462683" y="962273"/>
                </a:lnTo>
                <a:lnTo>
                  <a:pt x="5469969" y="970407"/>
                </a:lnTo>
                <a:lnTo>
                  <a:pt x="5469436" y="979103"/>
                </a:lnTo>
                <a:lnTo>
                  <a:pt x="5464188" y="982351"/>
                </a:lnTo>
                <a:lnTo>
                  <a:pt x="5470055" y="993800"/>
                </a:lnTo>
                <a:lnTo>
                  <a:pt x="5461197" y="1008259"/>
                </a:lnTo>
                <a:lnTo>
                  <a:pt x="5459406" y="1023071"/>
                </a:lnTo>
                <a:lnTo>
                  <a:pt x="5477027" y="1024814"/>
                </a:lnTo>
                <a:lnTo>
                  <a:pt x="5485476" y="1016013"/>
                </a:lnTo>
                <a:lnTo>
                  <a:pt x="5491439" y="1018832"/>
                </a:lnTo>
                <a:lnTo>
                  <a:pt x="5494068" y="1025042"/>
                </a:lnTo>
                <a:lnTo>
                  <a:pt x="5484200" y="1061056"/>
                </a:lnTo>
                <a:lnTo>
                  <a:pt x="5496954" y="1073544"/>
                </a:lnTo>
                <a:lnTo>
                  <a:pt x="5506974" y="1075239"/>
                </a:lnTo>
              </a:path>
            </a:pathLst>
          </a:custGeom>
          <a:solidFill>
            <a:srgbClr val="FFFFFF">
              <a:alpha val="0"/>
            </a:srgbClr>
          </a:solidFill>
          <a:ln w="11906">
            <a:solidFill>
              <a:srgbClr val="00454D"/>
            </a:solidFill>
            <a:prstDash val="solid"/>
          </a:ln>
        </p:spPr>
      </p:sp>
      <p:sp>
        <p:nvSpPr>
          <p:cNvPr id="57" name="State label - KY"/>
          <p:cNvSpPr/>
          <p:nvPr/>
        </p:nvSpPr>
        <p:spPr>
          <a:xfrm>
            <a:off x="8137653" y="374567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KY</a:t>
            </a:r>
            <a:endParaRPr lang="en-US" sz="640" dirty="0"/>
          </a:p>
        </p:txBody>
      </p:sp>
      <p:sp>
        <p:nvSpPr>
          <p:cNvPr id="58" name="State label - MS"/>
          <p:cNvSpPr/>
          <p:nvPr/>
        </p:nvSpPr>
        <p:spPr>
          <a:xfrm>
            <a:off x="7493662" y="481557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640" dirty="0"/>
          </a:p>
        </p:txBody>
      </p:sp>
      <p:sp>
        <p:nvSpPr>
          <p:cNvPr id="59" name="State label - NE"/>
          <p:cNvSpPr/>
          <p:nvPr/>
        </p:nvSpPr>
        <p:spPr>
          <a:xfrm>
            <a:off x="5804092" y="299128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</a:t>
            </a:r>
            <a:endParaRPr lang="en-US" sz="640" dirty="0"/>
          </a:p>
        </p:txBody>
      </p:sp>
      <p:sp>
        <p:nvSpPr>
          <p:cNvPr id="60" name="State label - CO"/>
          <p:cNvSpPr/>
          <p:nvPr/>
        </p:nvSpPr>
        <p:spPr>
          <a:xfrm>
            <a:off x="4862800" y="3459843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</a:t>
            </a:r>
            <a:endParaRPr lang="en-US" sz="640" dirty="0"/>
          </a:p>
        </p:txBody>
      </p:sp>
      <p:sp>
        <p:nvSpPr>
          <p:cNvPr id="61" name="State label - WV"/>
          <p:cNvSpPr/>
          <p:nvPr/>
        </p:nvSpPr>
        <p:spPr>
          <a:xfrm>
            <a:off x="8858203" y="3411415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WV</a:t>
            </a:r>
            <a:endParaRPr lang="en-US" sz="640" dirty="0"/>
          </a:p>
        </p:txBody>
      </p:sp>
      <p:sp>
        <p:nvSpPr>
          <p:cNvPr id="62" name="State label - WY"/>
          <p:cNvSpPr/>
          <p:nvPr/>
        </p:nvSpPr>
        <p:spPr>
          <a:xfrm>
            <a:off x="4645234" y="2591174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WY</a:t>
            </a:r>
            <a:endParaRPr lang="en-US" sz="640" dirty="0"/>
          </a:p>
        </p:txBody>
      </p:sp>
      <p:sp>
        <p:nvSpPr>
          <p:cNvPr id="63" name="State label - NC"/>
          <p:cNvSpPr/>
          <p:nvPr/>
        </p:nvSpPr>
        <p:spPr>
          <a:xfrm>
            <a:off x="9172642" y="4016685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NC</a:t>
            </a:r>
            <a:endParaRPr lang="en-US" sz="640" dirty="0"/>
          </a:p>
        </p:txBody>
      </p:sp>
      <p:sp>
        <p:nvSpPr>
          <p:cNvPr id="64" name="State label - AR"/>
          <p:cNvSpPr/>
          <p:nvPr/>
        </p:nvSpPr>
        <p:spPr>
          <a:xfrm>
            <a:off x="6993943" y="438784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</a:t>
            </a:r>
            <a:endParaRPr lang="en-US" sz="640" dirty="0"/>
          </a:p>
        </p:txBody>
      </p:sp>
      <p:sp>
        <p:nvSpPr>
          <p:cNvPr id="65" name="State label - UT"/>
          <p:cNvSpPr/>
          <p:nvPr/>
        </p:nvSpPr>
        <p:spPr>
          <a:xfrm>
            <a:off x="3900464" y="3265937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</a:t>
            </a:r>
            <a:endParaRPr lang="en-US" sz="640" dirty="0"/>
          </a:p>
        </p:txBody>
      </p:sp>
      <p:sp>
        <p:nvSpPr>
          <p:cNvPr id="66" name="State label - TX"/>
          <p:cNvSpPr/>
          <p:nvPr/>
        </p:nvSpPr>
        <p:spPr>
          <a:xfrm>
            <a:off x="5803963" y="510644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TX</a:t>
            </a:r>
            <a:endParaRPr lang="en-US" sz="640" dirty="0"/>
          </a:p>
        </p:txBody>
      </p:sp>
      <p:sp>
        <p:nvSpPr>
          <p:cNvPr id="67" name="State label - GA"/>
          <p:cNvSpPr/>
          <p:nvPr/>
        </p:nvSpPr>
        <p:spPr>
          <a:xfrm>
            <a:off x="8576289" y="4727693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</a:t>
            </a:r>
            <a:endParaRPr lang="en-US" sz="640" dirty="0"/>
          </a:p>
        </p:txBody>
      </p:sp>
      <p:sp>
        <p:nvSpPr>
          <p:cNvPr id="68" name="State label - VA"/>
          <p:cNvSpPr/>
          <p:nvPr/>
        </p:nvSpPr>
        <p:spPr>
          <a:xfrm>
            <a:off x="9187236" y="359351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</a:t>
            </a:r>
            <a:endParaRPr lang="en-US" sz="640" dirty="0"/>
          </a:p>
        </p:txBody>
      </p:sp>
      <p:sp>
        <p:nvSpPr>
          <p:cNvPr id="69" name="State label - IL"/>
          <p:cNvSpPr/>
          <p:nvPr/>
        </p:nvSpPr>
        <p:spPr>
          <a:xfrm>
            <a:off x="7465543" y="3278449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</a:t>
            </a:r>
            <a:endParaRPr lang="en-US" sz="640" dirty="0"/>
          </a:p>
        </p:txBody>
      </p:sp>
      <p:sp>
        <p:nvSpPr>
          <p:cNvPr id="70" name="State label - SC"/>
          <p:cNvSpPr/>
          <p:nvPr/>
        </p:nvSpPr>
        <p:spPr>
          <a:xfrm>
            <a:off x="8973349" y="4400837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</a:t>
            </a:r>
            <a:endParaRPr lang="en-US" sz="640" dirty="0"/>
          </a:p>
        </p:txBody>
      </p:sp>
      <p:sp>
        <p:nvSpPr>
          <p:cNvPr id="71" name="State label - AL"/>
          <p:cNvSpPr/>
          <p:nvPr/>
        </p:nvSpPr>
        <p:spPr>
          <a:xfrm>
            <a:off x="7985218" y="476650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</a:t>
            </a:r>
            <a:endParaRPr lang="en-US" sz="640" dirty="0"/>
          </a:p>
        </p:txBody>
      </p:sp>
      <p:sp>
        <p:nvSpPr>
          <p:cNvPr id="72" name="State label - IA"/>
          <p:cNvSpPr/>
          <p:nvPr/>
        </p:nvSpPr>
        <p:spPr>
          <a:xfrm>
            <a:off x="6775681" y="288498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IA</a:t>
            </a:r>
            <a:endParaRPr lang="en-US" sz="640" dirty="0"/>
          </a:p>
        </p:txBody>
      </p:sp>
      <p:sp>
        <p:nvSpPr>
          <p:cNvPr id="73" name="State label - MO"/>
          <p:cNvSpPr/>
          <p:nvPr/>
        </p:nvSpPr>
        <p:spPr>
          <a:xfrm>
            <a:off x="6964102" y="366059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</a:t>
            </a:r>
            <a:endParaRPr lang="en-US" sz="640" dirty="0"/>
          </a:p>
        </p:txBody>
      </p:sp>
      <p:sp>
        <p:nvSpPr>
          <p:cNvPr id="74" name="State label - ND"/>
          <p:cNvSpPr/>
          <p:nvPr/>
        </p:nvSpPr>
        <p:spPr>
          <a:xfrm>
            <a:off x="5758354" y="175448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ND</a:t>
            </a:r>
            <a:endParaRPr lang="en-US" sz="640" dirty="0"/>
          </a:p>
        </p:txBody>
      </p:sp>
      <p:sp>
        <p:nvSpPr>
          <p:cNvPr id="75" name="State label - DE"/>
          <p:cNvSpPr/>
          <p:nvPr/>
        </p:nvSpPr>
        <p:spPr>
          <a:xfrm>
            <a:off x="9653500" y="3184767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</a:t>
            </a:r>
            <a:endParaRPr lang="en-US" sz="640" dirty="0"/>
          </a:p>
        </p:txBody>
      </p:sp>
      <p:sp>
        <p:nvSpPr>
          <p:cNvPr id="76" name="State label - CA"/>
          <p:cNvSpPr/>
          <p:nvPr/>
        </p:nvSpPr>
        <p:spPr>
          <a:xfrm>
            <a:off x="2572547" y="3443909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</a:t>
            </a:r>
            <a:endParaRPr lang="en-US" sz="640" dirty="0"/>
          </a:p>
        </p:txBody>
      </p:sp>
      <p:sp>
        <p:nvSpPr>
          <p:cNvPr id="77" name="State label - TN"/>
          <p:cNvSpPr/>
          <p:nvPr/>
        </p:nvSpPr>
        <p:spPr>
          <a:xfrm>
            <a:off x="8002995" y="411469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TN</a:t>
            </a:r>
            <a:endParaRPr lang="en-US" sz="640" dirty="0"/>
          </a:p>
        </p:txBody>
      </p:sp>
      <p:sp>
        <p:nvSpPr>
          <p:cNvPr id="78" name="State label - NH"/>
          <p:cNvSpPr/>
          <p:nvPr/>
        </p:nvSpPr>
        <p:spPr>
          <a:xfrm>
            <a:off x="10014329" y="2085671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NH</a:t>
            </a:r>
            <a:endParaRPr lang="en-US" sz="640" dirty="0"/>
          </a:p>
        </p:txBody>
      </p:sp>
      <p:sp>
        <p:nvSpPr>
          <p:cNvPr id="79" name="State label - OR"/>
          <p:cNvSpPr/>
          <p:nvPr/>
        </p:nvSpPr>
        <p:spPr>
          <a:xfrm>
            <a:off x="2761148" y="202933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</a:t>
            </a:r>
            <a:endParaRPr lang="en-US" sz="640" dirty="0"/>
          </a:p>
        </p:txBody>
      </p:sp>
      <p:sp>
        <p:nvSpPr>
          <p:cNvPr id="80" name="State label - VT"/>
          <p:cNvSpPr/>
          <p:nvPr/>
        </p:nvSpPr>
        <p:spPr>
          <a:xfrm>
            <a:off x="9836772" y="204707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VT</a:t>
            </a:r>
            <a:endParaRPr lang="en-US" sz="640" dirty="0"/>
          </a:p>
        </p:txBody>
      </p:sp>
      <p:sp>
        <p:nvSpPr>
          <p:cNvPr id="81" name="State label - HI"/>
          <p:cNvSpPr/>
          <p:nvPr/>
        </p:nvSpPr>
        <p:spPr>
          <a:xfrm>
            <a:off x="4567760" y="6060239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</a:t>
            </a:r>
            <a:endParaRPr lang="en-US" sz="640" dirty="0"/>
          </a:p>
        </p:txBody>
      </p:sp>
      <p:sp>
        <p:nvSpPr>
          <p:cNvPr id="82" name="State label - NM"/>
          <p:cNvSpPr/>
          <p:nvPr/>
        </p:nvSpPr>
        <p:spPr>
          <a:xfrm>
            <a:off x="4670242" y="4409517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</a:t>
            </a:r>
            <a:endParaRPr lang="en-US" sz="640" dirty="0"/>
          </a:p>
        </p:txBody>
      </p:sp>
      <p:sp>
        <p:nvSpPr>
          <p:cNvPr id="83" name="State label - LA"/>
          <p:cNvSpPr/>
          <p:nvPr/>
        </p:nvSpPr>
        <p:spPr>
          <a:xfrm>
            <a:off x="7109968" y="5191022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</a:t>
            </a:r>
            <a:endParaRPr lang="en-US" sz="640" dirty="0"/>
          </a:p>
        </p:txBody>
      </p:sp>
      <p:sp>
        <p:nvSpPr>
          <p:cNvPr id="84" name="State label - PA"/>
          <p:cNvSpPr/>
          <p:nvPr/>
        </p:nvSpPr>
        <p:spPr>
          <a:xfrm>
            <a:off x="9216742" y="2869851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</a:t>
            </a:r>
            <a:endParaRPr lang="en-US" sz="640" dirty="0"/>
          </a:p>
        </p:txBody>
      </p:sp>
      <p:sp>
        <p:nvSpPr>
          <p:cNvPr id="85" name="State label - SD"/>
          <p:cNvSpPr/>
          <p:nvPr/>
        </p:nvSpPr>
        <p:spPr>
          <a:xfrm>
            <a:off x="5764422" y="2380523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</a:t>
            </a:r>
            <a:endParaRPr lang="en-US" sz="640" dirty="0"/>
          </a:p>
        </p:txBody>
      </p:sp>
      <p:sp>
        <p:nvSpPr>
          <p:cNvPr id="86" name="State label - ID"/>
          <p:cNvSpPr/>
          <p:nvPr/>
        </p:nvSpPr>
        <p:spPr>
          <a:xfrm>
            <a:off x="3643569" y="214437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</a:t>
            </a:r>
            <a:endParaRPr lang="en-US" sz="640" dirty="0"/>
          </a:p>
        </p:txBody>
      </p:sp>
      <p:sp>
        <p:nvSpPr>
          <p:cNvPr id="87" name="State label - MA"/>
          <p:cNvSpPr/>
          <p:nvPr/>
        </p:nvSpPr>
        <p:spPr>
          <a:xfrm>
            <a:off x="10059015" y="2382625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</a:t>
            </a:r>
            <a:endParaRPr lang="en-US" sz="640" dirty="0"/>
          </a:p>
        </p:txBody>
      </p:sp>
      <p:sp>
        <p:nvSpPr>
          <p:cNvPr id="88" name="State label - NY"/>
          <p:cNvSpPr/>
          <p:nvPr/>
        </p:nvSpPr>
        <p:spPr>
          <a:xfrm>
            <a:off x="9474988" y="237569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NY</a:t>
            </a:r>
            <a:endParaRPr lang="en-US" sz="640" dirty="0"/>
          </a:p>
        </p:txBody>
      </p:sp>
      <p:sp>
        <p:nvSpPr>
          <p:cNvPr id="89" name="State label - RI"/>
          <p:cNvSpPr/>
          <p:nvPr/>
        </p:nvSpPr>
        <p:spPr>
          <a:xfrm>
            <a:off x="10125145" y="2490685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</a:t>
            </a:r>
            <a:endParaRPr lang="en-US" sz="640" dirty="0"/>
          </a:p>
        </p:txBody>
      </p:sp>
      <p:sp>
        <p:nvSpPr>
          <p:cNvPr id="90" name="State label - ME"/>
          <p:cNvSpPr/>
          <p:nvPr/>
        </p:nvSpPr>
        <p:spPr>
          <a:xfrm>
            <a:off x="10256866" y="165763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</a:t>
            </a:r>
            <a:endParaRPr lang="en-US" sz="640" dirty="0"/>
          </a:p>
        </p:txBody>
      </p:sp>
      <p:sp>
        <p:nvSpPr>
          <p:cNvPr id="91" name="State label - DC"/>
          <p:cNvSpPr/>
          <p:nvPr/>
        </p:nvSpPr>
        <p:spPr>
          <a:xfrm>
            <a:off x="9418981" y="325245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</a:t>
            </a:r>
            <a:endParaRPr lang="en-US" sz="640" dirty="0"/>
          </a:p>
        </p:txBody>
      </p:sp>
      <p:sp>
        <p:nvSpPr>
          <p:cNvPr id="92" name="State label - OK"/>
          <p:cNvSpPr/>
          <p:nvPr/>
        </p:nvSpPr>
        <p:spPr>
          <a:xfrm>
            <a:off x="6140525" y="425124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640" dirty="0"/>
          </a:p>
        </p:txBody>
      </p:sp>
      <p:sp>
        <p:nvSpPr>
          <p:cNvPr id="93" name="State label - WA"/>
          <p:cNvSpPr/>
          <p:nvPr/>
        </p:nvSpPr>
        <p:spPr>
          <a:xfrm>
            <a:off x="2959067" y="1338951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</a:t>
            </a:r>
            <a:endParaRPr lang="en-US" sz="640" dirty="0"/>
          </a:p>
        </p:txBody>
      </p:sp>
      <p:sp>
        <p:nvSpPr>
          <p:cNvPr id="94" name="State label - NV"/>
          <p:cNvSpPr/>
          <p:nvPr/>
        </p:nvSpPr>
        <p:spPr>
          <a:xfrm>
            <a:off x="3123817" y="311077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NV</a:t>
            </a:r>
            <a:endParaRPr lang="en-US" sz="640" dirty="0"/>
          </a:p>
        </p:txBody>
      </p:sp>
      <p:sp>
        <p:nvSpPr>
          <p:cNvPr id="95" name="State label - MN"/>
          <p:cNvSpPr/>
          <p:nvPr/>
        </p:nvSpPr>
        <p:spPr>
          <a:xfrm>
            <a:off x="6635824" y="200993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MN</a:t>
            </a:r>
            <a:endParaRPr lang="en-US" sz="640" dirty="0"/>
          </a:p>
        </p:txBody>
      </p:sp>
      <p:sp>
        <p:nvSpPr>
          <p:cNvPr id="96" name="State label - AZ"/>
          <p:cNvSpPr/>
          <p:nvPr/>
        </p:nvSpPr>
        <p:spPr>
          <a:xfrm>
            <a:off x="3728644" y="4309110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AZ</a:t>
            </a:r>
            <a:endParaRPr lang="en-US" sz="640" dirty="0"/>
          </a:p>
        </p:txBody>
      </p:sp>
      <p:sp>
        <p:nvSpPr>
          <p:cNvPr id="97" name="State label - MD"/>
          <p:cNvSpPr/>
          <p:nvPr/>
        </p:nvSpPr>
        <p:spPr>
          <a:xfrm>
            <a:off x="9454253" y="321802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</a:t>
            </a:r>
            <a:endParaRPr lang="en-US" sz="640" dirty="0"/>
          </a:p>
        </p:txBody>
      </p:sp>
      <p:sp>
        <p:nvSpPr>
          <p:cNvPr id="98" name="State label - KS"/>
          <p:cNvSpPr/>
          <p:nvPr/>
        </p:nvSpPr>
        <p:spPr>
          <a:xfrm>
            <a:off x="6007216" y="363775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KS</a:t>
            </a:r>
            <a:endParaRPr lang="en-US" sz="640" dirty="0"/>
          </a:p>
        </p:txBody>
      </p:sp>
      <p:sp>
        <p:nvSpPr>
          <p:cNvPr id="99" name="State label - NJ"/>
          <p:cNvSpPr/>
          <p:nvPr/>
        </p:nvSpPr>
        <p:spPr>
          <a:xfrm>
            <a:off x="9728645" y="2911568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NJ</a:t>
            </a:r>
            <a:endParaRPr lang="en-US" sz="640" dirty="0"/>
          </a:p>
        </p:txBody>
      </p:sp>
      <p:sp>
        <p:nvSpPr>
          <p:cNvPr id="100" name="State label - OH"/>
          <p:cNvSpPr/>
          <p:nvPr/>
        </p:nvSpPr>
        <p:spPr>
          <a:xfrm>
            <a:off x="8464421" y="3120687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OH</a:t>
            </a:r>
            <a:endParaRPr lang="en-US" sz="640" dirty="0"/>
          </a:p>
        </p:txBody>
      </p:sp>
      <p:sp>
        <p:nvSpPr>
          <p:cNvPr id="101" name="State label - IN"/>
          <p:cNvSpPr/>
          <p:nvPr/>
        </p:nvSpPr>
        <p:spPr>
          <a:xfrm>
            <a:off x="7927697" y="3269281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</a:t>
            </a:r>
            <a:endParaRPr lang="en-US" sz="640" dirty="0"/>
          </a:p>
        </p:txBody>
      </p:sp>
      <p:sp>
        <p:nvSpPr>
          <p:cNvPr id="102" name="State label - CT"/>
          <p:cNvSpPr/>
          <p:nvPr/>
        </p:nvSpPr>
        <p:spPr>
          <a:xfrm>
            <a:off x="9952260" y="2546986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</a:t>
            </a:r>
            <a:endParaRPr lang="en-US" sz="640" dirty="0"/>
          </a:p>
        </p:txBody>
      </p:sp>
      <p:sp>
        <p:nvSpPr>
          <p:cNvPr id="103" name="State label - WI"/>
          <p:cNvSpPr/>
          <p:nvPr/>
        </p:nvSpPr>
        <p:spPr>
          <a:xfrm>
            <a:off x="7279070" y="2328419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</a:t>
            </a:r>
            <a:endParaRPr lang="en-US" sz="640" dirty="0"/>
          </a:p>
        </p:txBody>
      </p:sp>
      <p:sp>
        <p:nvSpPr>
          <p:cNvPr id="104" name="State label - FL"/>
          <p:cNvSpPr/>
          <p:nvPr/>
        </p:nvSpPr>
        <p:spPr>
          <a:xfrm>
            <a:off x="8865925" y="5535977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</a:t>
            </a:r>
            <a:endParaRPr lang="en-US" sz="640" dirty="0"/>
          </a:p>
        </p:txBody>
      </p:sp>
      <p:sp>
        <p:nvSpPr>
          <p:cNvPr id="105" name="State label - MI"/>
          <p:cNvSpPr/>
          <p:nvPr/>
        </p:nvSpPr>
        <p:spPr>
          <a:xfrm>
            <a:off x="7965616" y="2332197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</a:t>
            </a:r>
            <a:endParaRPr lang="en-US" sz="640" dirty="0"/>
          </a:p>
        </p:txBody>
      </p:sp>
      <p:sp>
        <p:nvSpPr>
          <p:cNvPr id="106" name="State label - AK"/>
          <p:cNvSpPr/>
          <p:nvPr/>
        </p:nvSpPr>
        <p:spPr>
          <a:xfrm>
            <a:off x="2758064" y="5603143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</a:t>
            </a:r>
            <a:endParaRPr lang="en-US" sz="640" dirty="0"/>
          </a:p>
        </p:txBody>
      </p:sp>
      <p:sp>
        <p:nvSpPr>
          <p:cNvPr id="107" name="State label - MT"/>
          <p:cNvSpPr/>
          <p:nvPr/>
        </p:nvSpPr>
        <p:spPr>
          <a:xfrm>
            <a:off x="4453147" y="1713655"/>
            <a:ext cx="2926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ln w="1905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MT</a:t>
            </a:r>
            <a:endParaRPr lang="en-US" sz="640" dirty="0"/>
          </a:p>
        </p:txBody>
      </p:sp>
      <p:sp>
        <p:nvSpPr>
          <p:cNvPr id="108" name="Pin - Seattle, WA"/>
          <p:cNvSpPr/>
          <p:nvPr/>
        </p:nvSpPr>
        <p:spPr>
          <a:xfrm rot="2700000">
            <a:off x="2804234" y="1188522"/>
            <a:ext cx="114300" cy="152400"/>
          </a:xfrm>
          <a:prstGeom prst="teardrop">
            <a:avLst/>
          </a:prstGeom>
          <a:solidFill>
            <a:srgbClr val="00662C"/>
          </a:solidFill>
          <a:ln w="19812">
            <a:solidFill>
              <a:srgbClr val="FFFFFF"/>
            </a:solidFill>
            <a:prstDash val="solid"/>
          </a:ln>
        </p:spPr>
      </p:sp>
      <p:sp>
        <p:nvSpPr>
          <p:cNvPr id="109" name="Pin center - Seattle, WA"/>
          <p:cNvSpPr/>
          <p:nvPr/>
        </p:nvSpPr>
        <p:spPr>
          <a:xfrm>
            <a:off x="2843858" y="1228146"/>
            <a:ext cx="35052" cy="350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0" name="Location label - Seattle, WA"/>
          <p:cNvSpPr/>
          <p:nvPr/>
        </p:nvSpPr>
        <p:spPr>
          <a:xfrm>
            <a:off x="3032834" y="1243386"/>
            <a:ext cx="7543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ln w="2540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Seattle, WA</a:t>
            </a:r>
            <a:endParaRPr lang="en-US" sz="860" dirty="0"/>
          </a:p>
        </p:txBody>
      </p:sp>
      <p:sp>
        <p:nvSpPr>
          <p:cNvPr id="111" name="Pin - San Francisco, CA"/>
          <p:cNvSpPr/>
          <p:nvPr/>
        </p:nvSpPr>
        <p:spPr>
          <a:xfrm rot="2700000">
            <a:off x="2227795" y="3163577"/>
            <a:ext cx="114300" cy="152400"/>
          </a:xfrm>
          <a:prstGeom prst="teardrop">
            <a:avLst/>
          </a:prstGeom>
          <a:solidFill>
            <a:srgbClr val="00B38F"/>
          </a:solidFill>
          <a:ln w="19812">
            <a:solidFill>
              <a:srgbClr val="FFFFFF"/>
            </a:solidFill>
            <a:prstDash val="solid"/>
          </a:ln>
        </p:spPr>
      </p:sp>
      <p:sp>
        <p:nvSpPr>
          <p:cNvPr id="112" name="Pin center - San Francisco, CA"/>
          <p:cNvSpPr/>
          <p:nvPr/>
        </p:nvSpPr>
        <p:spPr>
          <a:xfrm>
            <a:off x="2267419" y="3203201"/>
            <a:ext cx="35052" cy="350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3" name="Location label - San Francisco, CA"/>
          <p:cNvSpPr/>
          <p:nvPr/>
        </p:nvSpPr>
        <p:spPr>
          <a:xfrm>
            <a:off x="2456395" y="3218441"/>
            <a:ext cx="11658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ln w="2540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Francisco, CA</a:t>
            </a:r>
            <a:endParaRPr lang="en-US" sz="860" dirty="0"/>
          </a:p>
        </p:txBody>
      </p:sp>
      <p:sp>
        <p:nvSpPr>
          <p:cNvPr id="114" name="Pin - Denver, CO"/>
          <p:cNvSpPr/>
          <p:nvPr/>
        </p:nvSpPr>
        <p:spPr>
          <a:xfrm rot="2700000">
            <a:off x="5055679" y="3277876"/>
            <a:ext cx="114300" cy="152400"/>
          </a:xfrm>
          <a:prstGeom prst="teardrop">
            <a:avLst/>
          </a:prstGeom>
          <a:solidFill>
            <a:srgbClr val="006BA6"/>
          </a:solidFill>
          <a:ln w="19812">
            <a:solidFill>
              <a:srgbClr val="FFFFFF"/>
            </a:solidFill>
            <a:prstDash val="solid"/>
          </a:ln>
        </p:spPr>
      </p:sp>
      <p:sp>
        <p:nvSpPr>
          <p:cNvPr id="115" name="Pin center - Denver, CO"/>
          <p:cNvSpPr/>
          <p:nvPr/>
        </p:nvSpPr>
        <p:spPr>
          <a:xfrm>
            <a:off x="5095303" y="3317500"/>
            <a:ext cx="35052" cy="350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6" name="Location label - Denver, CO"/>
          <p:cNvSpPr/>
          <p:nvPr/>
        </p:nvSpPr>
        <p:spPr>
          <a:xfrm>
            <a:off x="5284279" y="33327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ln w="2540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Denver, CO</a:t>
            </a:r>
            <a:endParaRPr lang="en-US" sz="860" dirty="0"/>
          </a:p>
        </p:txBody>
      </p:sp>
      <p:sp>
        <p:nvSpPr>
          <p:cNvPr id="117" name="Pin - Oak Ridge, TN"/>
          <p:cNvSpPr/>
          <p:nvPr/>
        </p:nvSpPr>
        <p:spPr>
          <a:xfrm rot="2700000">
            <a:off x="8433963" y="4008870"/>
            <a:ext cx="114300" cy="152400"/>
          </a:xfrm>
          <a:prstGeom prst="teardrop">
            <a:avLst/>
          </a:prstGeom>
          <a:solidFill>
            <a:srgbClr val="FE5000"/>
          </a:solidFill>
          <a:ln w="19812">
            <a:solidFill>
              <a:srgbClr val="FFFFFF"/>
            </a:solidFill>
            <a:prstDash val="solid"/>
          </a:ln>
        </p:spPr>
      </p:sp>
      <p:sp>
        <p:nvSpPr>
          <p:cNvPr id="118" name="Pin center - Oak Ridge, TN"/>
          <p:cNvSpPr/>
          <p:nvPr/>
        </p:nvSpPr>
        <p:spPr>
          <a:xfrm>
            <a:off x="8473587" y="4048494"/>
            <a:ext cx="35052" cy="350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9" name="Location label - Oak Ridge, TN"/>
          <p:cNvSpPr/>
          <p:nvPr/>
        </p:nvSpPr>
        <p:spPr>
          <a:xfrm>
            <a:off x="8662563" y="4063734"/>
            <a:ext cx="8915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ln w="2540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Oak Ridge, TN</a:t>
            </a:r>
            <a:endParaRPr lang="en-US" sz="860" dirty="0"/>
          </a:p>
        </p:txBody>
      </p:sp>
      <p:sp>
        <p:nvSpPr>
          <p:cNvPr id="120" name="Pin - Chicago, IL"/>
          <p:cNvSpPr/>
          <p:nvPr/>
        </p:nvSpPr>
        <p:spPr>
          <a:xfrm rot="2700000">
            <a:off x="7767602" y="2839263"/>
            <a:ext cx="114300" cy="152400"/>
          </a:xfrm>
          <a:prstGeom prst="teardrop">
            <a:avLst/>
          </a:prstGeom>
          <a:solidFill>
            <a:srgbClr val="00454D"/>
          </a:solidFill>
          <a:ln w="19812">
            <a:solidFill>
              <a:srgbClr val="FFFFFF"/>
            </a:solidFill>
            <a:prstDash val="solid"/>
          </a:ln>
        </p:spPr>
      </p:sp>
      <p:sp>
        <p:nvSpPr>
          <p:cNvPr id="121" name="Pin center - Chicago, IL"/>
          <p:cNvSpPr/>
          <p:nvPr/>
        </p:nvSpPr>
        <p:spPr>
          <a:xfrm>
            <a:off x="7807226" y="2878887"/>
            <a:ext cx="35052" cy="350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2" name="Location label - Chicago, IL"/>
          <p:cNvSpPr/>
          <p:nvPr/>
        </p:nvSpPr>
        <p:spPr>
          <a:xfrm>
            <a:off x="7996202" y="2894127"/>
            <a:ext cx="7543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ln w="2540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Chicago, IL</a:t>
            </a:r>
            <a:endParaRPr lang="en-US" sz="860" dirty="0"/>
          </a:p>
        </p:txBody>
      </p:sp>
      <p:sp>
        <p:nvSpPr>
          <p:cNvPr id="123" name="Pin - Atlanta, GA"/>
          <p:cNvSpPr/>
          <p:nvPr/>
        </p:nvSpPr>
        <p:spPr>
          <a:xfrm rot="2700000">
            <a:off x="8472238" y="4482792"/>
            <a:ext cx="114300" cy="152400"/>
          </a:xfrm>
          <a:prstGeom prst="teardrop">
            <a:avLst/>
          </a:prstGeom>
          <a:solidFill>
            <a:srgbClr val="7DBA00"/>
          </a:solidFill>
          <a:ln w="19812">
            <a:solidFill>
              <a:srgbClr val="FFFFFF"/>
            </a:solidFill>
            <a:prstDash val="solid"/>
          </a:ln>
        </p:spPr>
      </p:sp>
      <p:sp>
        <p:nvSpPr>
          <p:cNvPr id="124" name="Pin center - Atlanta, GA"/>
          <p:cNvSpPr/>
          <p:nvPr/>
        </p:nvSpPr>
        <p:spPr>
          <a:xfrm>
            <a:off x="8511862" y="4522416"/>
            <a:ext cx="35052" cy="350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5" name="Location label - Atlanta, GA"/>
          <p:cNvSpPr/>
          <p:nvPr/>
        </p:nvSpPr>
        <p:spPr>
          <a:xfrm>
            <a:off x="8700838" y="4537656"/>
            <a:ext cx="7543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ln w="2540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Atlanta, GA</a:t>
            </a:r>
            <a:endParaRPr lang="en-US" sz="860" dirty="0"/>
          </a:p>
        </p:txBody>
      </p:sp>
      <p:sp>
        <p:nvSpPr>
          <p:cNvPr id="126" name="Pin - Washington, DC"/>
          <p:cNvSpPr/>
          <p:nvPr/>
        </p:nvSpPr>
        <p:spPr>
          <a:xfrm rot="2700000">
            <a:off x="9504789" y="3217561"/>
            <a:ext cx="114300" cy="152400"/>
          </a:xfrm>
          <a:prstGeom prst="teardrop">
            <a:avLst/>
          </a:prstGeom>
          <a:solidFill>
            <a:srgbClr val="B50094"/>
          </a:solidFill>
          <a:ln w="19812">
            <a:solidFill>
              <a:srgbClr val="FFFFFF"/>
            </a:solidFill>
            <a:prstDash val="solid"/>
          </a:ln>
        </p:spPr>
      </p:sp>
      <p:sp>
        <p:nvSpPr>
          <p:cNvPr id="127" name="Pin center - Washington, DC"/>
          <p:cNvSpPr/>
          <p:nvPr/>
        </p:nvSpPr>
        <p:spPr>
          <a:xfrm>
            <a:off x="9544413" y="3257185"/>
            <a:ext cx="35052" cy="350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8" name="Location label - Washington, DC"/>
          <p:cNvSpPr/>
          <p:nvPr/>
        </p:nvSpPr>
        <p:spPr>
          <a:xfrm>
            <a:off x="9733389" y="3272425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ln w="2540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Washington, DC</a:t>
            </a:r>
            <a:endParaRPr lang="en-US" sz="860" dirty="0"/>
          </a:p>
        </p:txBody>
      </p:sp>
      <p:sp>
        <p:nvSpPr>
          <p:cNvPr id="129" name="Pin - New York, NY"/>
          <p:cNvSpPr/>
          <p:nvPr/>
        </p:nvSpPr>
        <p:spPr>
          <a:xfrm rot="2700000">
            <a:off x="9893068" y="2744037"/>
            <a:ext cx="114300" cy="152400"/>
          </a:xfrm>
          <a:prstGeom prst="teardrop">
            <a:avLst/>
          </a:prstGeom>
          <a:solidFill>
            <a:srgbClr val="4E008E"/>
          </a:solidFill>
          <a:ln w="19812">
            <a:solidFill>
              <a:srgbClr val="FFFFFF"/>
            </a:solidFill>
            <a:prstDash val="solid"/>
          </a:ln>
        </p:spPr>
      </p:sp>
      <p:sp>
        <p:nvSpPr>
          <p:cNvPr id="130" name="Pin center - New York, NY"/>
          <p:cNvSpPr/>
          <p:nvPr/>
        </p:nvSpPr>
        <p:spPr>
          <a:xfrm>
            <a:off x="9932692" y="2783661"/>
            <a:ext cx="35052" cy="350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1" name="Location label - New York, NY"/>
          <p:cNvSpPr/>
          <p:nvPr/>
        </p:nvSpPr>
        <p:spPr>
          <a:xfrm>
            <a:off x="10121668" y="2798901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60" b="1" dirty="0">
                <a:ln w="25400">
                  <a:solidFill>
                    <a:srgbClr val="FFFFFF"/>
                  </a:solidFill>
                </a:ln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York, NY</a:t>
            </a:r>
            <a:endParaRPr lang="en-US" sz="860" dirty="0"/>
          </a:p>
        </p:txBody>
      </p:sp>
      <p:sp>
        <p:nvSpPr>
          <p:cNvPr id="132" name="Legend background"/>
          <p:cNvSpPr/>
          <p:nvPr/>
        </p:nvSpPr>
        <p:spPr>
          <a:xfrm>
            <a:off x="895350" y="6286500"/>
            <a:ext cx="2724150" cy="323850"/>
          </a:xfrm>
          <a:prstGeom prst="rect">
            <a:avLst/>
          </a:prstGeom>
          <a:solidFill>
            <a:srgbClr val="FFFFFF"/>
          </a:solidFill>
          <a:ln w="9525">
            <a:solidFill>
              <a:srgbClr val="C8D3CE"/>
            </a:solidFill>
            <a:prstDash val="solid"/>
          </a:ln>
        </p:spPr>
      </p:sp>
      <p:sp>
        <p:nvSpPr>
          <p:cNvPr id="133" name="Legend location symbol"/>
          <p:cNvSpPr/>
          <p:nvPr/>
        </p:nvSpPr>
        <p:spPr>
          <a:xfrm>
            <a:off x="1018794" y="6400800"/>
            <a:ext cx="91440" cy="91440"/>
          </a:xfrm>
          <a:prstGeom prst="ellipse">
            <a:avLst/>
          </a:prstGeom>
          <a:solidFill>
            <a:srgbClr val="00662C"/>
          </a:solidFill>
          <a:ln w="12700">
            <a:solidFill>
              <a:srgbClr val="00662C">
                <a:alpha val="0"/>
              </a:srgbClr>
            </a:solidFill>
            <a:prstDash val="solid"/>
          </a:ln>
        </p:spPr>
      </p:sp>
      <p:sp>
        <p:nvSpPr>
          <p:cNvPr id="134" name="Legend location count"/>
          <p:cNvSpPr/>
          <p:nvPr/>
        </p:nvSpPr>
        <p:spPr>
          <a:xfrm>
            <a:off x="1187958" y="6364224"/>
            <a:ext cx="111556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10" b="1" dirty="0">
                <a:solidFill>
                  <a:srgbClr val="373A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mapped locations</a:t>
            </a:r>
            <a:endParaRPr lang="en-US" sz="710" dirty="0"/>
          </a:p>
        </p:txBody>
      </p:sp>
      <p:sp>
        <p:nvSpPr>
          <p:cNvPr id="135" name="Legend boundary symbol"/>
          <p:cNvSpPr/>
          <p:nvPr/>
        </p:nvSpPr>
        <p:spPr>
          <a:xfrm>
            <a:off x="2303526" y="6448349"/>
            <a:ext cx="182880" cy="0"/>
          </a:xfrm>
          <a:prstGeom prst="line">
            <a:avLst/>
          </a:prstGeom>
          <a:noFill/>
          <a:ln w="13335">
            <a:solidFill>
              <a:srgbClr val="00454D"/>
            </a:solidFill>
            <a:prstDash val="solid"/>
          </a:ln>
        </p:spPr>
      </p:sp>
      <p:sp>
        <p:nvSpPr>
          <p:cNvPr id="136" name="Legend geography source"/>
          <p:cNvSpPr/>
          <p:nvPr/>
        </p:nvSpPr>
        <p:spPr>
          <a:xfrm>
            <a:off x="2559558" y="636879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5269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 Census geography</a:t>
            </a:r>
            <a:endParaRPr lang="en-US" sz="6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USA Map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USA map example</dc:title>
  <dc:subject>Editable PowerPoint export of a USA Map Studio project</dc:subject>
  <dc:creator>USA Map Studio</dc:creator>
  <cp:lastModifiedBy>USA Map Studio</cp:lastModifiedBy>
  <cp:revision>1</cp:revision>
  <dcterms:created xsi:type="dcterms:W3CDTF">2026-08-06T15:17:42Z</dcterms:created>
  <dcterms:modified xsi:type="dcterms:W3CDTF">2026-08-06T15:17:42Z</dcterms:modified>
</cp:coreProperties>
</file>